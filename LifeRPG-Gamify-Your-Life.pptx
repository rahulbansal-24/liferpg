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Petrona Bold" charset="1" panose="00000000000000000000"/>
      <p:regular r:id="rId19"/>
    </p:embeddedFont>
    <p:embeddedFont>
      <p:font typeface="Inter" charset="1" panose="02000503000000020004"/>
      <p:regular r:id="rId20"/>
    </p:embeddedFont>
    <p:embeddedFont>
      <p:font typeface="Petrona Light" charset="1" panose="0000000000000000000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notesMasters/notesMaster1.xml" Type="http://schemas.openxmlformats.org/officeDocument/2006/relationships/notesMaster"/><Relationship Id="rId17" Target="theme/theme2.xml" Type="http://schemas.openxmlformats.org/officeDocument/2006/relationships/theme"/><Relationship Id="rId18" Target="notesSlides/notesSlide1.xml" Type="http://schemas.openxmlformats.org/officeDocument/2006/relationships/notes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notesSlides/notesSlide2.xml" Type="http://schemas.openxmlformats.org/officeDocument/2006/relationships/notesSlide"/><Relationship Id="rId22" Target="notesSlides/notesSlide3.xml" Type="http://schemas.openxmlformats.org/officeDocument/2006/relationships/notesSlide"/><Relationship Id="rId23" Target="notesSlides/notesSlide4.xml" Type="http://schemas.openxmlformats.org/officeDocument/2006/relationships/notesSlide"/><Relationship Id="rId24" Target="notesSlides/notesSlide5.xml" Type="http://schemas.openxmlformats.org/officeDocument/2006/relationships/notesSlide"/><Relationship Id="rId25" Target="notesSlides/notesSlide6.xml" Type="http://schemas.openxmlformats.org/officeDocument/2006/relationships/notesSlide"/><Relationship Id="rId26" Target="notesSlides/notesSlide7.xml" Type="http://schemas.openxmlformats.org/officeDocument/2006/relationships/notesSlide"/><Relationship Id="rId27" Target="notesSlides/notesSlide8.xml" Type="http://schemas.openxmlformats.org/officeDocument/2006/relationships/notesSlide"/><Relationship Id="rId28" Target="notesSlides/notesSlide9.xml" Type="http://schemas.openxmlformats.org/officeDocument/2006/relationships/notesSlide"/><Relationship Id="rId29" Target="notesSlides/notesSlide10.xml" Type="http://schemas.openxmlformats.org/officeDocument/2006/relationships/notesSlide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2" Target="../notesSlides/notesSlide2.xml" Type="http://schemas.openxmlformats.org/officeDocument/2006/relationships/notesSlide"/><Relationship Id="rId3" Target="../media/image1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9.png" Type="http://schemas.openxmlformats.org/officeDocument/2006/relationships/image"/><Relationship Id="rId11" Target="../media/image20.svg" Type="http://schemas.openxmlformats.org/officeDocument/2006/relationships/image"/><Relationship Id="rId12" Target="../media/image21.png" Type="http://schemas.openxmlformats.org/officeDocument/2006/relationships/image"/><Relationship Id="rId13" Target="../media/image22.svg" Type="http://schemas.openxmlformats.org/officeDocument/2006/relationships/image"/><Relationship Id="rId14" Target="../media/image23.png" Type="http://schemas.openxmlformats.org/officeDocument/2006/relationships/image"/><Relationship Id="rId15" Target="../media/image24.svg" Type="http://schemas.openxmlformats.org/officeDocument/2006/relationships/image"/><Relationship Id="rId16" Target="../media/image25.png" Type="http://schemas.openxmlformats.org/officeDocument/2006/relationships/image"/><Relationship Id="rId17" Target="../media/image26.svg" Type="http://schemas.openxmlformats.org/officeDocument/2006/relationships/image"/><Relationship Id="rId2" Target="../notesSlides/notesSlide3.xml" Type="http://schemas.openxmlformats.org/officeDocument/2006/relationships/notesSlide"/><Relationship Id="rId3" Target="../media/image1.pn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15.png" Type="http://schemas.openxmlformats.org/officeDocument/2006/relationships/image"/><Relationship Id="rId7" Target="../media/image16.svg" Type="http://schemas.openxmlformats.org/officeDocument/2006/relationships/image"/><Relationship Id="rId8" Target="../media/image17.png" Type="http://schemas.openxmlformats.org/officeDocument/2006/relationships/image"/><Relationship Id="rId9" Target="../media/image18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png" Type="http://schemas.openxmlformats.org/officeDocument/2006/relationships/image"/><Relationship Id="rId4" Target="../media/image27.png" Type="http://schemas.openxmlformats.org/officeDocument/2006/relationships/image"/><Relationship Id="rId5" Target="../media/image28.png" Type="http://schemas.openxmlformats.org/officeDocument/2006/relationships/image"/><Relationship Id="rId6" Target="../media/image2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png" Type="http://schemas.openxmlformats.org/officeDocument/2006/relationships/image"/><Relationship Id="rId4" Target="../media/image30.png" Type="http://schemas.openxmlformats.org/officeDocument/2006/relationships/image"/><Relationship Id="rId5" Target="../media/image31.png" Type="http://schemas.openxmlformats.org/officeDocument/2006/relationships/image"/><Relationship Id="rId6" Target="../media/image32.png" Type="http://schemas.openxmlformats.org/officeDocument/2006/relationships/image"/><Relationship Id="rId7" Target="../media/image33.png" Type="http://schemas.openxmlformats.org/officeDocument/2006/relationships/image"/><Relationship Id="rId8" Target="../media/image3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png" Type="http://schemas.openxmlformats.org/officeDocument/2006/relationships/image"/><Relationship Id="rId4" Target="../media/image35.png" Type="http://schemas.openxmlformats.org/officeDocument/2006/relationships/image"/><Relationship Id="rId5" Target="../media/image36.png" Type="http://schemas.openxmlformats.org/officeDocument/2006/relationships/image"/><Relationship Id="rId6" Target="../media/image37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png" Type="http://schemas.openxmlformats.org/officeDocument/2006/relationships/image"/><Relationship Id="rId4" Target="../media/image38.png" Type="http://schemas.openxmlformats.org/officeDocument/2006/relationships/image"/><Relationship Id="rId5" Target="../media/image39.png" Type="http://schemas.openxmlformats.org/officeDocument/2006/relationships/image"/><Relationship Id="rId6" Target="../media/image40.png" Type="http://schemas.openxmlformats.org/officeDocument/2006/relationships/image"/><Relationship Id="rId7" Target="../media/image4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png" Type="http://schemas.openxmlformats.org/officeDocument/2006/relationships/image"/><Relationship Id="rId4" Target="../media/image4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png" Type="http://schemas.openxmlformats.org/officeDocument/2006/relationships/image"/><Relationship Id="rId4" Target="../media/image4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38" y="3301756"/>
            <a:ext cx="9445523" cy="1984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12"/>
              </a:lnSpc>
            </a:pPr>
            <a:r>
              <a:rPr lang="en-US" sz="5812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🎮</a:t>
            </a:r>
            <a:r>
              <a:rPr lang="en-US" sz="5812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LifeRPG - Gamify Your Life! </a:t>
            </a:r>
            <a:r>
              <a:rPr lang="en-US" sz="5812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🚀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5898980"/>
            <a:ext cx="10050638" cy="577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32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⚔️</a:t>
            </a:r>
            <a:r>
              <a:rPr lang="en-US" sz="2327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 Transform Your Daily Tasks into Epic Adventures </a:t>
            </a:r>
            <a:r>
              <a:rPr lang="en-US" sz="232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📈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807521" y="976313"/>
            <a:ext cx="6089158" cy="1376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37"/>
              </a:lnSpc>
            </a:pPr>
            <a:r>
              <a:rPr lang="en-US" sz="4375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🌟</a:t>
            </a:r>
            <a:r>
              <a:rPr lang="en-US" sz="4375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What is LifeRPG? </a:t>
            </a:r>
            <a:r>
              <a:rPr lang="en-US" sz="4375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🎮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807521" y="1744113"/>
            <a:ext cx="4798219" cy="4798219"/>
            <a:chOff x="0" y="0"/>
            <a:chExt cx="6397625" cy="6397625"/>
          </a:xfrm>
        </p:grpSpPr>
        <p:sp>
          <p:nvSpPr>
            <p:cNvPr name="Freeform 8" id="8" descr="preencoded.png"/>
            <p:cNvSpPr/>
            <p:nvPr/>
          </p:nvSpPr>
          <p:spPr>
            <a:xfrm flipH="false" flipV="false" rot="0">
              <a:off x="0" y="0"/>
              <a:ext cx="6397625" cy="6397625"/>
            </a:xfrm>
            <a:custGeom>
              <a:avLst/>
              <a:gdLst/>
              <a:ahLst/>
              <a:cxnLst/>
              <a:rect r="r" b="b" t="t" l="l"/>
              <a:pathLst>
                <a:path h="6397625" w="6397625">
                  <a:moveTo>
                    <a:pt x="0" y="0"/>
                  </a:moveTo>
                  <a:lnTo>
                    <a:pt x="6397625" y="0"/>
                  </a:lnTo>
                  <a:lnTo>
                    <a:pt x="6397625" y="6397625"/>
                  </a:lnTo>
                  <a:lnTo>
                    <a:pt x="0" y="63976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7098059" y="3181350"/>
            <a:ext cx="5462292" cy="386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87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A Revolutionary Gamified Life Manager </a:t>
            </a:r>
            <a:r>
              <a:rPr lang="en-US" sz="2187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🎯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134073" y="3920576"/>
            <a:ext cx="9355636" cy="940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2"/>
              </a:lnSpc>
            </a:pPr>
            <a:r>
              <a:rPr lang="en-US" sz="16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LifeRPG transforms boring routines into exciting RPG quests, making personal development addictive and fun. Turn everyday tasks into epic adventures with XP rewards, level-ups, and global competition.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807521" y="6669434"/>
            <a:ext cx="4794199" cy="2309517"/>
            <a:chOff x="0" y="0"/>
            <a:chExt cx="6392266" cy="307935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6350" y="6350"/>
              <a:ext cx="6379591" cy="3066669"/>
            </a:xfrm>
            <a:custGeom>
              <a:avLst/>
              <a:gdLst/>
              <a:ahLst/>
              <a:cxnLst/>
              <a:rect r="r" b="b" t="t" l="l"/>
              <a:pathLst>
                <a:path h="3066669" w="6379591">
                  <a:moveTo>
                    <a:pt x="0" y="119126"/>
                  </a:moveTo>
                  <a:cubicBezTo>
                    <a:pt x="0" y="53340"/>
                    <a:pt x="53467" y="0"/>
                    <a:pt x="119380" y="0"/>
                  </a:cubicBezTo>
                  <a:lnTo>
                    <a:pt x="6260211" y="0"/>
                  </a:lnTo>
                  <a:cubicBezTo>
                    <a:pt x="6326124" y="0"/>
                    <a:pt x="6379591" y="53340"/>
                    <a:pt x="6379591" y="119126"/>
                  </a:cubicBezTo>
                  <a:lnTo>
                    <a:pt x="6379591" y="2947543"/>
                  </a:lnTo>
                  <a:cubicBezTo>
                    <a:pt x="6379591" y="3013329"/>
                    <a:pt x="6326124" y="3066669"/>
                    <a:pt x="6260211" y="3066669"/>
                  </a:cubicBezTo>
                  <a:lnTo>
                    <a:pt x="119380" y="3066669"/>
                  </a:lnTo>
                  <a:cubicBezTo>
                    <a:pt x="53467" y="3066669"/>
                    <a:pt x="0" y="3013329"/>
                    <a:pt x="0" y="2947543"/>
                  </a:cubicBezTo>
                  <a:close/>
                </a:path>
              </a:pathLst>
            </a:custGeom>
            <a:solidFill>
              <a:srgbClr val="2F1D63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92291" cy="3079369"/>
            </a:xfrm>
            <a:custGeom>
              <a:avLst/>
              <a:gdLst/>
              <a:ahLst/>
              <a:cxnLst/>
              <a:rect r="r" b="b" t="t" l="l"/>
              <a:pathLst>
                <a:path h="3079369" w="6392291">
                  <a:moveTo>
                    <a:pt x="0" y="125476"/>
                  </a:moveTo>
                  <a:cubicBezTo>
                    <a:pt x="0" y="56134"/>
                    <a:pt x="56261" y="0"/>
                    <a:pt x="125730" y="0"/>
                  </a:cubicBezTo>
                  <a:lnTo>
                    <a:pt x="6266561" y="0"/>
                  </a:lnTo>
                  <a:lnTo>
                    <a:pt x="6266561" y="6350"/>
                  </a:lnTo>
                  <a:lnTo>
                    <a:pt x="6266561" y="0"/>
                  </a:lnTo>
                  <a:cubicBezTo>
                    <a:pt x="6335903" y="0"/>
                    <a:pt x="6392291" y="56134"/>
                    <a:pt x="6392291" y="125476"/>
                  </a:cubicBezTo>
                  <a:lnTo>
                    <a:pt x="6385941" y="125476"/>
                  </a:lnTo>
                  <a:lnTo>
                    <a:pt x="6392291" y="125476"/>
                  </a:lnTo>
                  <a:lnTo>
                    <a:pt x="6392291" y="2953893"/>
                  </a:lnTo>
                  <a:lnTo>
                    <a:pt x="6385941" y="2953893"/>
                  </a:lnTo>
                  <a:lnTo>
                    <a:pt x="6392291" y="2953893"/>
                  </a:lnTo>
                  <a:cubicBezTo>
                    <a:pt x="6392291" y="3023235"/>
                    <a:pt x="6336030" y="3079369"/>
                    <a:pt x="6266561" y="3079369"/>
                  </a:cubicBezTo>
                  <a:lnTo>
                    <a:pt x="6266561" y="3073019"/>
                  </a:lnTo>
                  <a:lnTo>
                    <a:pt x="6266561" y="3079369"/>
                  </a:lnTo>
                  <a:lnTo>
                    <a:pt x="125730" y="3079369"/>
                  </a:lnTo>
                  <a:lnTo>
                    <a:pt x="125730" y="3073019"/>
                  </a:lnTo>
                  <a:lnTo>
                    <a:pt x="125730" y="3079369"/>
                  </a:lnTo>
                  <a:cubicBezTo>
                    <a:pt x="56388" y="3079369"/>
                    <a:pt x="0" y="3023235"/>
                    <a:pt x="0" y="2953893"/>
                  </a:cubicBezTo>
                  <a:lnTo>
                    <a:pt x="0" y="125476"/>
                  </a:lnTo>
                  <a:lnTo>
                    <a:pt x="6350" y="125476"/>
                  </a:lnTo>
                  <a:lnTo>
                    <a:pt x="0" y="125476"/>
                  </a:lnTo>
                  <a:moveTo>
                    <a:pt x="12700" y="125476"/>
                  </a:moveTo>
                  <a:lnTo>
                    <a:pt x="12700" y="2953893"/>
                  </a:lnTo>
                  <a:lnTo>
                    <a:pt x="6350" y="2953893"/>
                  </a:lnTo>
                  <a:lnTo>
                    <a:pt x="12700" y="2953893"/>
                  </a:lnTo>
                  <a:cubicBezTo>
                    <a:pt x="12700" y="3016123"/>
                    <a:pt x="63246" y="3066669"/>
                    <a:pt x="125730" y="3066669"/>
                  </a:cubicBezTo>
                  <a:lnTo>
                    <a:pt x="6266561" y="3066669"/>
                  </a:lnTo>
                  <a:cubicBezTo>
                    <a:pt x="6328918" y="3066669"/>
                    <a:pt x="6379591" y="3016123"/>
                    <a:pt x="6379591" y="2953893"/>
                  </a:cubicBezTo>
                  <a:lnTo>
                    <a:pt x="6379591" y="125476"/>
                  </a:lnTo>
                  <a:cubicBezTo>
                    <a:pt x="6379591" y="63246"/>
                    <a:pt x="6329045" y="12700"/>
                    <a:pt x="6266561" y="12700"/>
                  </a:cubicBezTo>
                  <a:lnTo>
                    <a:pt x="125730" y="12700"/>
                  </a:lnTo>
                  <a:lnTo>
                    <a:pt x="125730" y="6350"/>
                  </a:lnTo>
                  <a:lnTo>
                    <a:pt x="125730" y="12700"/>
                  </a:lnTo>
                  <a:cubicBezTo>
                    <a:pt x="63246" y="12700"/>
                    <a:pt x="12700" y="63246"/>
                    <a:pt x="12700" y="125476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034330" y="6896243"/>
            <a:ext cx="637880" cy="637880"/>
            <a:chOff x="0" y="0"/>
            <a:chExt cx="850506" cy="850506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850519" cy="850519"/>
            </a:xfrm>
            <a:custGeom>
              <a:avLst/>
              <a:gdLst/>
              <a:ahLst/>
              <a:cxnLst/>
              <a:rect r="r" b="b" t="t" l="l"/>
              <a:pathLst>
                <a:path h="850519" w="850519">
                  <a:moveTo>
                    <a:pt x="0" y="0"/>
                  </a:moveTo>
                  <a:lnTo>
                    <a:pt x="850519" y="0"/>
                  </a:lnTo>
                  <a:lnTo>
                    <a:pt x="850519" y="850519"/>
                  </a:lnTo>
                  <a:lnTo>
                    <a:pt x="0" y="850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1" b="1"/>
              </a:stretch>
            </a:blipFill>
          </p:spPr>
        </p:sp>
      </p:grpSp>
      <p:sp>
        <p:nvSpPr>
          <p:cNvPr name="Freeform 16" id="16" descr="preencoded.png"/>
          <p:cNvSpPr/>
          <p:nvPr/>
        </p:nvSpPr>
        <p:spPr>
          <a:xfrm flipH="false" flipV="false" rot="0">
            <a:off x="2209800" y="7071560"/>
            <a:ext cx="286941" cy="286941"/>
          </a:xfrm>
          <a:custGeom>
            <a:avLst/>
            <a:gdLst/>
            <a:ahLst/>
            <a:cxnLst/>
            <a:rect r="r" b="b" t="t" l="l"/>
            <a:pathLst>
              <a:path h="286941" w="286941">
                <a:moveTo>
                  <a:pt x="0" y="0"/>
                </a:moveTo>
                <a:lnTo>
                  <a:pt x="286941" y="0"/>
                </a:lnTo>
                <a:lnTo>
                  <a:pt x="286941" y="286941"/>
                </a:lnTo>
                <a:lnTo>
                  <a:pt x="0" y="286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1613" r="0" b="-1613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2034330" y="7674464"/>
            <a:ext cx="3056039" cy="386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87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Gamification Engine </a:t>
            </a:r>
            <a:r>
              <a:rPr lang="en-US" sz="2187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💡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029568" y="8336013"/>
            <a:ext cx="4340571" cy="6429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2"/>
              </a:lnSpc>
            </a:pPr>
            <a:r>
              <a:rPr lang="en-US" sz="16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Transform tasks into quests with XP rewards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751587" y="6669434"/>
            <a:ext cx="4794199" cy="2309517"/>
            <a:chOff x="0" y="0"/>
            <a:chExt cx="6392266" cy="30793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6350" y="6350"/>
              <a:ext cx="6379591" cy="3066669"/>
            </a:xfrm>
            <a:custGeom>
              <a:avLst/>
              <a:gdLst/>
              <a:ahLst/>
              <a:cxnLst/>
              <a:rect r="r" b="b" t="t" l="l"/>
              <a:pathLst>
                <a:path h="3066669" w="6379591">
                  <a:moveTo>
                    <a:pt x="0" y="119126"/>
                  </a:moveTo>
                  <a:cubicBezTo>
                    <a:pt x="0" y="53340"/>
                    <a:pt x="53467" y="0"/>
                    <a:pt x="119380" y="0"/>
                  </a:cubicBezTo>
                  <a:lnTo>
                    <a:pt x="6260211" y="0"/>
                  </a:lnTo>
                  <a:cubicBezTo>
                    <a:pt x="6326124" y="0"/>
                    <a:pt x="6379591" y="53340"/>
                    <a:pt x="6379591" y="119126"/>
                  </a:cubicBezTo>
                  <a:lnTo>
                    <a:pt x="6379591" y="2947543"/>
                  </a:lnTo>
                  <a:cubicBezTo>
                    <a:pt x="6379591" y="3013329"/>
                    <a:pt x="6326124" y="3066669"/>
                    <a:pt x="6260211" y="3066669"/>
                  </a:cubicBezTo>
                  <a:lnTo>
                    <a:pt x="119380" y="3066669"/>
                  </a:lnTo>
                  <a:cubicBezTo>
                    <a:pt x="53467" y="3066669"/>
                    <a:pt x="0" y="3013329"/>
                    <a:pt x="0" y="2947543"/>
                  </a:cubicBezTo>
                  <a:close/>
                </a:path>
              </a:pathLst>
            </a:custGeom>
            <a:solidFill>
              <a:srgbClr val="2F1D63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392291" cy="3079369"/>
            </a:xfrm>
            <a:custGeom>
              <a:avLst/>
              <a:gdLst/>
              <a:ahLst/>
              <a:cxnLst/>
              <a:rect r="r" b="b" t="t" l="l"/>
              <a:pathLst>
                <a:path h="3079369" w="6392291">
                  <a:moveTo>
                    <a:pt x="0" y="125476"/>
                  </a:moveTo>
                  <a:cubicBezTo>
                    <a:pt x="0" y="56134"/>
                    <a:pt x="56261" y="0"/>
                    <a:pt x="125730" y="0"/>
                  </a:cubicBezTo>
                  <a:lnTo>
                    <a:pt x="6266561" y="0"/>
                  </a:lnTo>
                  <a:lnTo>
                    <a:pt x="6266561" y="6350"/>
                  </a:lnTo>
                  <a:lnTo>
                    <a:pt x="6266561" y="0"/>
                  </a:lnTo>
                  <a:cubicBezTo>
                    <a:pt x="6335903" y="0"/>
                    <a:pt x="6392291" y="56134"/>
                    <a:pt x="6392291" y="125476"/>
                  </a:cubicBezTo>
                  <a:lnTo>
                    <a:pt x="6385941" y="125476"/>
                  </a:lnTo>
                  <a:lnTo>
                    <a:pt x="6392291" y="125476"/>
                  </a:lnTo>
                  <a:lnTo>
                    <a:pt x="6392291" y="2953893"/>
                  </a:lnTo>
                  <a:lnTo>
                    <a:pt x="6385941" y="2953893"/>
                  </a:lnTo>
                  <a:lnTo>
                    <a:pt x="6392291" y="2953893"/>
                  </a:lnTo>
                  <a:cubicBezTo>
                    <a:pt x="6392291" y="3023235"/>
                    <a:pt x="6336030" y="3079369"/>
                    <a:pt x="6266561" y="3079369"/>
                  </a:cubicBezTo>
                  <a:lnTo>
                    <a:pt x="6266561" y="3073019"/>
                  </a:lnTo>
                  <a:lnTo>
                    <a:pt x="6266561" y="3079369"/>
                  </a:lnTo>
                  <a:lnTo>
                    <a:pt x="125730" y="3079369"/>
                  </a:lnTo>
                  <a:lnTo>
                    <a:pt x="125730" y="3073019"/>
                  </a:lnTo>
                  <a:lnTo>
                    <a:pt x="125730" y="3079369"/>
                  </a:lnTo>
                  <a:cubicBezTo>
                    <a:pt x="56388" y="3079369"/>
                    <a:pt x="0" y="3023235"/>
                    <a:pt x="0" y="2953893"/>
                  </a:cubicBezTo>
                  <a:lnTo>
                    <a:pt x="0" y="125476"/>
                  </a:lnTo>
                  <a:lnTo>
                    <a:pt x="6350" y="125476"/>
                  </a:lnTo>
                  <a:lnTo>
                    <a:pt x="0" y="125476"/>
                  </a:lnTo>
                  <a:moveTo>
                    <a:pt x="12700" y="125476"/>
                  </a:moveTo>
                  <a:lnTo>
                    <a:pt x="12700" y="2953893"/>
                  </a:lnTo>
                  <a:lnTo>
                    <a:pt x="6350" y="2953893"/>
                  </a:lnTo>
                  <a:lnTo>
                    <a:pt x="12700" y="2953893"/>
                  </a:lnTo>
                  <a:cubicBezTo>
                    <a:pt x="12700" y="3016123"/>
                    <a:pt x="63246" y="3066669"/>
                    <a:pt x="125730" y="3066669"/>
                  </a:cubicBezTo>
                  <a:lnTo>
                    <a:pt x="6266561" y="3066669"/>
                  </a:lnTo>
                  <a:cubicBezTo>
                    <a:pt x="6328918" y="3066669"/>
                    <a:pt x="6379591" y="3016123"/>
                    <a:pt x="6379591" y="2953893"/>
                  </a:cubicBezTo>
                  <a:lnTo>
                    <a:pt x="6379591" y="125476"/>
                  </a:lnTo>
                  <a:cubicBezTo>
                    <a:pt x="6379591" y="63246"/>
                    <a:pt x="6329045" y="12700"/>
                    <a:pt x="6266561" y="12700"/>
                  </a:cubicBezTo>
                  <a:lnTo>
                    <a:pt x="125730" y="12700"/>
                  </a:lnTo>
                  <a:lnTo>
                    <a:pt x="125730" y="6350"/>
                  </a:lnTo>
                  <a:lnTo>
                    <a:pt x="125730" y="12700"/>
                  </a:lnTo>
                  <a:cubicBezTo>
                    <a:pt x="63246" y="12700"/>
                    <a:pt x="12700" y="63246"/>
                    <a:pt x="12700" y="125476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6978406" y="6896243"/>
            <a:ext cx="637880" cy="637880"/>
            <a:chOff x="0" y="0"/>
            <a:chExt cx="850506" cy="850506"/>
          </a:xfrm>
        </p:grpSpPr>
        <p:sp>
          <p:nvSpPr>
            <p:cNvPr name="Freeform 23" id="23" descr="preencoded.png"/>
            <p:cNvSpPr/>
            <p:nvPr/>
          </p:nvSpPr>
          <p:spPr>
            <a:xfrm flipH="false" flipV="false" rot="0">
              <a:off x="0" y="0"/>
              <a:ext cx="850519" cy="850519"/>
            </a:xfrm>
            <a:custGeom>
              <a:avLst/>
              <a:gdLst/>
              <a:ahLst/>
              <a:cxnLst/>
              <a:rect r="r" b="b" t="t" l="l"/>
              <a:pathLst>
                <a:path h="850519" w="850519">
                  <a:moveTo>
                    <a:pt x="0" y="0"/>
                  </a:moveTo>
                  <a:lnTo>
                    <a:pt x="850519" y="0"/>
                  </a:lnTo>
                  <a:lnTo>
                    <a:pt x="850519" y="850519"/>
                  </a:lnTo>
                  <a:lnTo>
                    <a:pt x="0" y="850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1" b="1"/>
              </a:stretch>
            </a:blipFill>
          </p:spPr>
        </p:sp>
      </p:grpSp>
      <p:sp>
        <p:nvSpPr>
          <p:cNvPr name="Freeform 24" id="24" descr="preencoded.png"/>
          <p:cNvSpPr/>
          <p:nvPr/>
        </p:nvSpPr>
        <p:spPr>
          <a:xfrm flipH="false" flipV="false" rot="0">
            <a:off x="7153866" y="7071560"/>
            <a:ext cx="286941" cy="286941"/>
          </a:xfrm>
          <a:custGeom>
            <a:avLst/>
            <a:gdLst/>
            <a:ahLst/>
            <a:cxnLst/>
            <a:rect r="r" b="b" t="t" l="l"/>
            <a:pathLst>
              <a:path h="286941" w="286941">
                <a:moveTo>
                  <a:pt x="0" y="0"/>
                </a:moveTo>
                <a:lnTo>
                  <a:pt x="286940" y="0"/>
                </a:lnTo>
                <a:lnTo>
                  <a:pt x="286940" y="286941"/>
                </a:lnTo>
                <a:lnTo>
                  <a:pt x="0" y="28694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6978406" y="7674464"/>
            <a:ext cx="2914355" cy="386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87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Progression System </a:t>
            </a:r>
            <a:r>
              <a:rPr lang="en-US" sz="2187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🏆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973643" y="8336013"/>
            <a:ext cx="4340571" cy="6429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2"/>
              </a:lnSpc>
            </a:pPr>
            <a:r>
              <a:rPr lang="en-US" sz="16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50-level RPG-style leveling with stat boosts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1695662" y="6669434"/>
            <a:ext cx="4794199" cy="2309517"/>
            <a:chOff x="0" y="0"/>
            <a:chExt cx="6392266" cy="307935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6350" y="6350"/>
              <a:ext cx="6379591" cy="3066669"/>
            </a:xfrm>
            <a:custGeom>
              <a:avLst/>
              <a:gdLst/>
              <a:ahLst/>
              <a:cxnLst/>
              <a:rect r="r" b="b" t="t" l="l"/>
              <a:pathLst>
                <a:path h="3066669" w="6379591">
                  <a:moveTo>
                    <a:pt x="0" y="119126"/>
                  </a:moveTo>
                  <a:cubicBezTo>
                    <a:pt x="0" y="53340"/>
                    <a:pt x="53467" y="0"/>
                    <a:pt x="119380" y="0"/>
                  </a:cubicBezTo>
                  <a:lnTo>
                    <a:pt x="6260211" y="0"/>
                  </a:lnTo>
                  <a:cubicBezTo>
                    <a:pt x="6326124" y="0"/>
                    <a:pt x="6379591" y="53340"/>
                    <a:pt x="6379591" y="119126"/>
                  </a:cubicBezTo>
                  <a:lnTo>
                    <a:pt x="6379591" y="2947543"/>
                  </a:lnTo>
                  <a:cubicBezTo>
                    <a:pt x="6379591" y="3013329"/>
                    <a:pt x="6326124" y="3066669"/>
                    <a:pt x="6260211" y="3066669"/>
                  </a:cubicBezTo>
                  <a:lnTo>
                    <a:pt x="119380" y="3066669"/>
                  </a:lnTo>
                  <a:cubicBezTo>
                    <a:pt x="53467" y="3066669"/>
                    <a:pt x="0" y="3013329"/>
                    <a:pt x="0" y="2947543"/>
                  </a:cubicBezTo>
                  <a:close/>
                </a:path>
              </a:pathLst>
            </a:custGeom>
            <a:solidFill>
              <a:srgbClr val="2F1D63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392291" cy="3079369"/>
            </a:xfrm>
            <a:custGeom>
              <a:avLst/>
              <a:gdLst/>
              <a:ahLst/>
              <a:cxnLst/>
              <a:rect r="r" b="b" t="t" l="l"/>
              <a:pathLst>
                <a:path h="3079369" w="6392291">
                  <a:moveTo>
                    <a:pt x="0" y="125476"/>
                  </a:moveTo>
                  <a:cubicBezTo>
                    <a:pt x="0" y="56134"/>
                    <a:pt x="56261" y="0"/>
                    <a:pt x="125730" y="0"/>
                  </a:cubicBezTo>
                  <a:lnTo>
                    <a:pt x="6266561" y="0"/>
                  </a:lnTo>
                  <a:lnTo>
                    <a:pt x="6266561" y="6350"/>
                  </a:lnTo>
                  <a:lnTo>
                    <a:pt x="6266561" y="0"/>
                  </a:lnTo>
                  <a:cubicBezTo>
                    <a:pt x="6335903" y="0"/>
                    <a:pt x="6392291" y="56134"/>
                    <a:pt x="6392291" y="125476"/>
                  </a:cubicBezTo>
                  <a:lnTo>
                    <a:pt x="6385941" y="125476"/>
                  </a:lnTo>
                  <a:lnTo>
                    <a:pt x="6392291" y="125476"/>
                  </a:lnTo>
                  <a:lnTo>
                    <a:pt x="6392291" y="2953893"/>
                  </a:lnTo>
                  <a:lnTo>
                    <a:pt x="6385941" y="2953893"/>
                  </a:lnTo>
                  <a:lnTo>
                    <a:pt x="6392291" y="2953893"/>
                  </a:lnTo>
                  <a:cubicBezTo>
                    <a:pt x="6392291" y="3023235"/>
                    <a:pt x="6336030" y="3079369"/>
                    <a:pt x="6266561" y="3079369"/>
                  </a:cubicBezTo>
                  <a:lnTo>
                    <a:pt x="6266561" y="3073019"/>
                  </a:lnTo>
                  <a:lnTo>
                    <a:pt x="6266561" y="3079369"/>
                  </a:lnTo>
                  <a:lnTo>
                    <a:pt x="125730" y="3079369"/>
                  </a:lnTo>
                  <a:lnTo>
                    <a:pt x="125730" y="3073019"/>
                  </a:lnTo>
                  <a:lnTo>
                    <a:pt x="125730" y="3079369"/>
                  </a:lnTo>
                  <a:cubicBezTo>
                    <a:pt x="56388" y="3079369"/>
                    <a:pt x="0" y="3023235"/>
                    <a:pt x="0" y="2953893"/>
                  </a:cubicBezTo>
                  <a:lnTo>
                    <a:pt x="0" y="125476"/>
                  </a:lnTo>
                  <a:lnTo>
                    <a:pt x="6350" y="125476"/>
                  </a:lnTo>
                  <a:lnTo>
                    <a:pt x="0" y="125476"/>
                  </a:lnTo>
                  <a:moveTo>
                    <a:pt x="12700" y="125476"/>
                  </a:moveTo>
                  <a:lnTo>
                    <a:pt x="12700" y="2953893"/>
                  </a:lnTo>
                  <a:lnTo>
                    <a:pt x="6350" y="2953893"/>
                  </a:lnTo>
                  <a:lnTo>
                    <a:pt x="12700" y="2953893"/>
                  </a:lnTo>
                  <a:cubicBezTo>
                    <a:pt x="12700" y="3016123"/>
                    <a:pt x="63246" y="3066669"/>
                    <a:pt x="125730" y="3066669"/>
                  </a:cubicBezTo>
                  <a:lnTo>
                    <a:pt x="6266561" y="3066669"/>
                  </a:lnTo>
                  <a:cubicBezTo>
                    <a:pt x="6328918" y="3066669"/>
                    <a:pt x="6379591" y="3016123"/>
                    <a:pt x="6379591" y="2953893"/>
                  </a:cubicBezTo>
                  <a:lnTo>
                    <a:pt x="6379591" y="125476"/>
                  </a:lnTo>
                  <a:cubicBezTo>
                    <a:pt x="6379591" y="63246"/>
                    <a:pt x="6329045" y="12700"/>
                    <a:pt x="6266561" y="12700"/>
                  </a:cubicBezTo>
                  <a:lnTo>
                    <a:pt x="125730" y="12700"/>
                  </a:lnTo>
                  <a:lnTo>
                    <a:pt x="125730" y="6350"/>
                  </a:lnTo>
                  <a:lnTo>
                    <a:pt x="125730" y="12700"/>
                  </a:lnTo>
                  <a:cubicBezTo>
                    <a:pt x="63246" y="12700"/>
                    <a:pt x="12700" y="63246"/>
                    <a:pt x="12700" y="125476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1922471" y="6896243"/>
            <a:ext cx="637880" cy="637880"/>
            <a:chOff x="0" y="0"/>
            <a:chExt cx="850506" cy="850506"/>
          </a:xfrm>
        </p:grpSpPr>
        <p:sp>
          <p:nvSpPr>
            <p:cNvPr name="Freeform 31" id="31" descr="preencoded.png"/>
            <p:cNvSpPr/>
            <p:nvPr/>
          </p:nvSpPr>
          <p:spPr>
            <a:xfrm flipH="false" flipV="false" rot="0">
              <a:off x="0" y="0"/>
              <a:ext cx="850519" cy="850519"/>
            </a:xfrm>
            <a:custGeom>
              <a:avLst/>
              <a:gdLst/>
              <a:ahLst/>
              <a:cxnLst/>
              <a:rect r="r" b="b" t="t" l="l"/>
              <a:pathLst>
                <a:path h="850519" w="850519">
                  <a:moveTo>
                    <a:pt x="0" y="0"/>
                  </a:moveTo>
                  <a:lnTo>
                    <a:pt x="850519" y="0"/>
                  </a:lnTo>
                  <a:lnTo>
                    <a:pt x="850519" y="850519"/>
                  </a:lnTo>
                  <a:lnTo>
                    <a:pt x="0" y="850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1" b="1"/>
              </a:stretch>
            </a:blipFill>
          </p:spPr>
        </p:sp>
      </p:grpSp>
      <p:sp>
        <p:nvSpPr>
          <p:cNvPr name="Freeform 32" id="32" descr="preencoded.png"/>
          <p:cNvSpPr/>
          <p:nvPr/>
        </p:nvSpPr>
        <p:spPr>
          <a:xfrm flipH="false" flipV="false" rot="0">
            <a:off x="12097941" y="7071560"/>
            <a:ext cx="286941" cy="286941"/>
          </a:xfrm>
          <a:custGeom>
            <a:avLst/>
            <a:gdLst/>
            <a:ahLst/>
            <a:cxnLst/>
            <a:rect r="r" b="b" t="t" l="l"/>
            <a:pathLst>
              <a:path h="286941" w="286941">
                <a:moveTo>
                  <a:pt x="0" y="0"/>
                </a:moveTo>
                <a:lnTo>
                  <a:pt x="286940" y="0"/>
                </a:lnTo>
                <a:lnTo>
                  <a:pt x="286940" y="286941"/>
                </a:lnTo>
                <a:lnTo>
                  <a:pt x="0" y="28694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-3226" t="0" r="-3223" b="0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11922471" y="7674464"/>
            <a:ext cx="2867920" cy="386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87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Social Competition </a:t>
            </a:r>
            <a:r>
              <a:rPr lang="en-US" sz="2187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👥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1917709" y="8336013"/>
            <a:ext cx="4340571" cy="345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2"/>
              </a:lnSpc>
            </a:pPr>
            <a:r>
              <a:rPr lang="en-US" sz="16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Real-time leaderboard and achievements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807521" y="9332709"/>
            <a:ext cx="14672815" cy="3548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2"/>
              </a:lnSpc>
            </a:pPr>
            <a:r>
              <a:rPr lang="en-US" sz="1625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🎓</a:t>
            </a:r>
            <a:r>
              <a:rPr lang="en-US" sz="16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 Students | </a:t>
            </a:r>
            <a:r>
              <a:rPr lang="en-US" sz="1625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💼</a:t>
            </a:r>
            <a:r>
              <a:rPr lang="en-US" sz="16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 Professionals | </a:t>
            </a:r>
            <a:r>
              <a:rPr lang="en-US" sz="1625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🏃‍♂️</a:t>
            </a:r>
            <a:r>
              <a:rPr lang="en-US" sz="16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 Self-improvement enthusiasts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45804" y="1044178"/>
            <a:ext cx="13934923" cy="871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🚀</a:t>
            </a:r>
            <a:r>
              <a:rPr lang="en-US" sz="5562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Key Features That Level Up Your Life </a:t>
            </a:r>
          </a:p>
        </p:txBody>
      </p:sp>
      <p:sp>
        <p:nvSpPr>
          <p:cNvPr name="Freeform 7" id="7" descr="preencoded.png"/>
          <p:cNvSpPr/>
          <p:nvPr/>
        </p:nvSpPr>
        <p:spPr>
          <a:xfrm flipH="false" flipV="false" rot="0">
            <a:off x="945804" y="2512666"/>
            <a:ext cx="675532" cy="675532"/>
          </a:xfrm>
          <a:custGeom>
            <a:avLst/>
            <a:gdLst/>
            <a:ahLst/>
            <a:cxnLst/>
            <a:rect r="r" b="b" t="t" l="l"/>
            <a:pathLst>
              <a:path h="675532" w="675532">
                <a:moveTo>
                  <a:pt x="0" y="0"/>
                </a:moveTo>
                <a:lnTo>
                  <a:pt x="675532" y="0"/>
                </a:lnTo>
                <a:lnTo>
                  <a:pt x="675532" y="675532"/>
                </a:lnTo>
                <a:lnTo>
                  <a:pt x="0" y="6755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9858" r="0" b="-986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43252" y="2484091"/>
            <a:ext cx="4168083" cy="490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Secure Authentication </a:t>
            </a:r>
            <a:r>
              <a:rPr lang="en-US" sz="275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🔐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943252" y="3053210"/>
            <a:ext cx="4253360" cy="1342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1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Custom avatars, personalized profiles, and password recovery system</a:t>
            </a:r>
          </a:p>
        </p:txBody>
      </p:sp>
      <p:sp>
        <p:nvSpPr>
          <p:cNvPr name="Freeform 10" id="10" descr="preencoded.png"/>
          <p:cNvSpPr/>
          <p:nvPr/>
        </p:nvSpPr>
        <p:spPr>
          <a:xfrm flipH="false" flipV="false" rot="0">
            <a:off x="6518519" y="2512666"/>
            <a:ext cx="675532" cy="675532"/>
          </a:xfrm>
          <a:custGeom>
            <a:avLst/>
            <a:gdLst/>
            <a:ahLst/>
            <a:cxnLst/>
            <a:rect r="r" b="b" t="t" l="l"/>
            <a:pathLst>
              <a:path h="675532" w="675532">
                <a:moveTo>
                  <a:pt x="0" y="0"/>
                </a:moveTo>
                <a:lnTo>
                  <a:pt x="675533" y="0"/>
                </a:lnTo>
                <a:lnTo>
                  <a:pt x="675533" y="675532"/>
                </a:lnTo>
                <a:lnTo>
                  <a:pt x="0" y="67553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4225" r="0" b="-4224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7515968" y="2590729"/>
            <a:ext cx="4251427" cy="4397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XP &amp; Leveling System </a:t>
            </a:r>
            <a:r>
              <a:rPr lang="en-US" sz="275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📈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515968" y="3053210"/>
            <a:ext cx="4253360" cy="1342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1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Animated progress bars, level-up rewards, and 50-level progression</a:t>
            </a:r>
          </a:p>
        </p:txBody>
      </p:sp>
      <p:sp>
        <p:nvSpPr>
          <p:cNvPr name="Freeform 13" id="13" descr="preencoded.png"/>
          <p:cNvSpPr/>
          <p:nvPr/>
        </p:nvSpPr>
        <p:spPr>
          <a:xfrm flipH="false" flipV="false" rot="0">
            <a:off x="12091245" y="2512666"/>
            <a:ext cx="675532" cy="675532"/>
          </a:xfrm>
          <a:custGeom>
            <a:avLst/>
            <a:gdLst/>
            <a:ahLst/>
            <a:cxnLst/>
            <a:rect r="r" b="b" t="t" l="l"/>
            <a:pathLst>
              <a:path h="675532" w="675532">
                <a:moveTo>
                  <a:pt x="0" y="0"/>
                </a:moveTo>
                <a:lnTo>
                  <a:pt x="675532" y="0"/>
                </a:lnTo>
                <a:lnTo>
                  <a:pt x="675532" y="675532"/>
                </a:lnTo>
                <a:lnTo>
                  <a:pt x="0" y="67553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703" t="0" r="-704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3088693" y="2484091"/>
            <a:ext cx="3881142" cy="4397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Dynamic Quest Pool </a:t>
            </a:r>
            <a:r>
              <a:rPr lang="en-US" sz="275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📋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088693" y="3053210"/>
            <a:ext cx="4253360" cy="1342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1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5 daily quests from curated pool, smart selection, main quests for goals</a:t>
            </a:r>
          </a:p>
        </p:txBody>
      </p:sp>
      <p:sp>
        <p:nvSpPr>
          <p:cNvPr name="Freeform 16" id="16" descr="preencoded.png"/>
          <p:cNvSpPr/>
          <p:nvPr/>
        </p:nvSpPr>
        <p:spPr>
          <a:xfrm flipH="false" flipV="false" rot="0">
            <a:off x="945804" y="4911176"/>
            <a:ext cx="675532" cy="675532"/>
          </a:xfrm>
          <a:custGeom>
            <a:avLst/>
            <a:gdLst/>
            <a:ahLst/>
            <a:cxnLst/>
            <a:rect r="r" b="b" t="t" l="l"/>
            <a:pathLst>
              <a:path h="675532" w="675532">
                <a:moveTo>
                  <a:pt x="0" y="0"/>
                </a:moveTo>
                <a:lnTo>
                  <a:pt x="675532" y="0"/>
                </a:lnTo>
                <a:lnTo>
                  <a:pt x="675532" y="675532"/>
                </a:lnTo>
                <a:lnTo>
                  <a:pt x="0" y="67553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-4929" t="0" r="-4929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943252" y="4882601"/>
            <a:ext cx="3546872" cy="490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Character Stats </a:t>
            </a:r>
            <a:r>
              <a:rPr lang="en-US" sz="275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🎮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943252" y="5451719"/>
            <a:ext cx="4253360" cy="92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1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Strength, Intelligence, Discipline, Charisma with visual tracking</a:t>
            </a:r>
          </a:p>
        </p:txBody>
      </p:sp>
      <p:sp>
        <p:nvSpPr>
          <p:cNvPr name="Freeform 19" id="19" descr="preencoded.png"/>
          <p:cNvSpPr/>
          <p:nvPr/>
        </p:nvSpPr>
        <p:spPr>
          <a:xfrm flipH="false" flipV="false" rot="0">
            <a:off x="6518519" y="4911176"/>
            <a:ext cx="675532" cy="675532"/>
          </a:xfrm>
          <a:custGeom>
            <a:avLst/>
            <a:gdLst/>
            <a:ahLst/>
            <a:cxnLst/>
            <a:rect r="r" b="b" t="t" l="l"/>
            <a:pathLst>
              <a:path h="675532" w="675532">
                <a:moveTo>
                  <a:pt x="0" y="0"/>
                </a:moveTo>
                <a:lnTo>
                  <a:pt x="675533" y="0"/>
                </a:lnTo>
                <a:lnTo>
                  <a:pt x="675533" y="675532"/>
                </a:lnTo>
                <a:lnTo>
                  <a:pt x="0" y="67553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-7042" r="0" b="-7041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7515968" y="4882601"/>
            <a:ext cx="4253360" cy="934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Real-time Leaderboard </a:t>
            </a:r>
            <a:r>
              <a:rPr lang="en-US" sz="275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🏆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515968" y="5318217"/>
            <a:ext cx="4253360" cy="92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1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Global rankings and competitive gameplay</a:t>
            </a:r>
          </a:p>
        </p:txBody>
      </p:sp>
      <p:sp>
        <p:nvSpPr>
          <p:cNvPr name="Freeform 22" id="22" descr="preencoded.png"/>
          <p:cNvSpPr/>
          <p:nvPr/>
        </p:nvSpPr>
        <p:spPr>
          <a:xfrm flipH="false" flipV="false" rot="0">
            <a:off x="12091245" y="4911176"/>
            <a:ext cx="675532" cy="675532"/>
          </a:xfrm>
          <a:custGeom>
            <a:avLst/>
            <a:gdLst/>
            <a:ahLst/>
            <a:cxnLst/>
            <a:rect r="r" b="b" t="t" l="l"/>
            <a:pathLst>
              <a:path h="675532" w="675532">
                <a:moveTo>
                  <a:pt x="0" y="0"/>
                </a:moveTo>
                <a:lnTo>
                  <a:pt x="675532" y="0"/>
                </a:lnTo>
                <a:lnTo>
                  <a:pt x="675532" y="675532"/>
                </a:lnTo>
                <a:lnTo>
                  <a:pt x="0" y="67553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-14084" r="0" b="-14084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3088693" y="4882601"/>
            <a:ext cx="3881142" cy="4397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Mage Guide System </a:t>
            </a:r>
            <a:r>
              <a:rPr lang="en-US" sz="275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🧙‍♂️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088693" y="5451719"/>
            <a:ext cx="4253360" cy="1342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1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Interactive companion with contextual tips throughout your journey</a:t>
            </a:r>
          </a:p>
        </p:txBody>
      </p:sp>
      <p:sp>
        <p:nvSpPr>
          <p:cNvPr name="Freeform 25" id="25" descr="preencoded.png"/>
          <p:cNvSpPr/>
          <p:nvPr/>
        </p:nvSpPr>
        <p:spPr>
          <a:xfrm flipH="false" flipV="false" rot="0">
            <a:off x="945804" y="7330678"/>
            <a:ext cx="675532" cy="675532"/>
          </a:xfrm>
          <a:custGeom>
            <a:avLst/>
            <a:gdLst/>
            <a:ahLst/>
            <a:cxnLst/>
            <a:rect r="r" b="b" t="t" l="l"/>
            <a:pathLst>
              <a:path h="675532" w="675532">
                <a:moveTo>
                  <a:pt x="0" y="0"/>
                </a:moveTo>
                <a:lnTo>
                  <a:pt x="675532" y="0"/>
                </a:lnTo>
                <a:lnTo>
                  <a:pt x="675532" y="675532"/>
                </a:lnTo>
                <a:lnTo>
                  <a:pt x="0" y="675532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-9155" r="0" b="-9155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943252" y="7302103"/>
            <a:ext cx="3546872" cy="490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Chronicles System </a:t>
            </a:r>
            <a:r>
              <a:rPr lang="en-US" sz="275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📄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943252" y="7871222"/>
            <a:ext cx="4253360" cy="1342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1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Posts with images, WYSIWYG editor, likes, comments, and quest integration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28700" y="490538"/>
            <a:ext cx="8427091" cy="8969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87"/>
              </a:lnSpc>
            </a:pPr>
            <a:r>
              <a:rPr lang="en-US" sz="5749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🛠️</a:t>
            </a:r>
            <a:r>
              <a:rPr lang="en-US" sz="5749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Technology Stack </a:t>
            </a:r>
            <a:r>
              <a:rPr lang="en-US" sz="5749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🎨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91060" y="1867643"/>
            <a:ext cx="5256905" cy="5971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12"/>
              </a:lnSpc>
            </a:pPr>
            <a:r>
              <a:rPr lang="en-US" sz="3437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🎨</a:t>
            </a:r>
            <a:r>
              <a:rPr lang="en-US" sz="3437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Frontend Technologies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57710" y="3369621"/>
            <a:ext cx="3814172" cy="2752725"/>
            <a:chOff x="0" y="0"/>
            <a:chExt cx="5085563" cy="36703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25400" y="25400"/>
              <a:ext cx="5034788" cy="3619500"/>
            </a:xfrm>
            <a:custGeom>
              <a:avLst/>
              <a:gdLst/>
              <a:ahLst/>
              <a:cxnLst/>
              <a:rect r="r" b="b" t="t" l="l"/>
              <a:pathLst>
                <a:path h="3619500" w="5034788">
                  <a:moveTo>
                    <a:pt x="0" y="243840"/>
                  </a:moveTo>
                  <a:cubicBezTo>
                    <a:pt x="0" y="109220"/>
                    <a:pt x="109601" y="0"/>
                    <a:pt x="244856" y="0"/>
                  </a:cubicBezTo>
                  <a:lnTo>
                    <a:pt x="4789932" y="0"/>
                  </a:lnTo>
                  <a:cubicBezTo>
                    <a:pt x="4925187" y="0"/>
                    <a:pt x="5034788" y="109220"/>
                    <a:pt x="5034788" y="243840"/>
                  </a:cubicBezTo>
                  <a:lnTo>
                    <a:pt x="5034788" y="3375660"/>
                  </a:lnTo>
                  <a:cubicBezTo>
                    <a:pt x="5034788" y="3510280"/>
                    <a:pt x="4925187" y="3619500"/>
                    <a:pt x="4789932" y="3619500"/>
                  </a:cubicBezTo>
                  <a:lnTo>
                    <a:pt x="244856" y="3619500"/>
                  </a:lnTo>
                  <a:cubicBezTo>
                    <a:pt x="109601" y="3619500"/>
                    <a:pt x="0" y="3510280"/>
                    <a:pt x="0" y="3375660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085588" cy="3670300"/>
            </a:xfrm>
            <a:custGeom>
              <a:avLst/>
              <a:gdLst/>
              <a:ahLst/>
              <a:cxnLst/>
              <a:rect r="r" b="b" t="t" l="l"/>
              <a:pathLst>
                <a:path h="3670300" w="5085588">
                  <a:moveTo>
                    <a:pt x="0" y="269240"/>
                  </a:moveTo>
                  <a:cubicBezTo>
                    <a:pt x="0" y="120396"/>
                    <a:pt x="121031" y="0"/>
                    <a:pt x="270256" y="0"/>
                  </a:cubicBezTo>
                  <a:lnTo>
                    <a:pt x="4815332" y="0"/>
                  </a:lnTo>
                  <a:lnTo>
                    <a:pt x="4815332" y="25400"/>
                  </a:lnTo>
                  <a:lnTo>
                    <a:pt x="4815332" y="0"/>
                  </a:lnTo>
                  <a:cubicBezTo>
                    <a:pt x="4964430" y="0"/>
                    <a:pt x="5085588" y="120396"/>
                    <a:pt x="5085588" y="269240"/>
                  </a:cubicBezTo>
                  <a:lnTo>
                    <a:pt x="5060188" y="269240"/>
                  </a:lnTo>
                  <a:lnTo>
                    <a:pt x="5085588" y="269240"/>
                  </a:lnTo>
                  <a:lnTo>
                    <a:pt x="5085588" y="3401060"/>
                  </a:lnTo>
                  <a:lnTo>
                    <a:pt x="5060188" y="3401060"/>
                  </a:lnTo>
                  <a:lnTo>
                    <a:pt x="5085588" y="3401060"/>
                  </a:lnTo>
                  <a:cubicBezTo>
                    <a:pt x="5085588" y="3549904"/>
                    <a:pt x="4964557" y="3670300"/>
                    <a:pt x="4815332" y="3670300"/>
                  </a:cubicBezTo>
                  <a:lnTo>
                    <a:pt x="4815332" y="3644900"/>
                  </a:lnTo>
                  <a:lnTo>
                    <a:pt x="4815332" y="3670300"/>
                  </a:lnTo>
                  <a:lnTo>
                    <a:pt x="270256" y="3670300"/>
                  </a:lnTo>
                  <a:lnTo>
                    <a:pt x="270256" y="3644900"/>
                  </a:lnTo>
                  <a:lnTo>
                    <a:pt x="270256" y="3670300"/>
                  </a:lnTo>
                  <a:cubicBezTo>
                    <a:pt x="121031" y="3670300"/>
                    <a:pt x="0" y="3549904"/>
                    <a:pt x="0" y="3401060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01060"/>
                  </a:lnTo>
                  <a:lnTo>
                    <a:pt x="25400" y="3401060"/>
                  </a:lnTo>
                  <a:lnTo>
                    <a:pt x="50800" y="3401060"/>
                  </a:lnTo>
                  <a:cubicBezTo>
                    <a:pt x="50800" y="3521583"/>
                    <a:pt x="148971" y="3619500"/>
                    <a:pt x="270256" y="3619500"/>
                  </a:cubicBezTo>
                  <a:lnTo>
                    <a:pt x="4815332" y="3619500"/>
                  </a:lnTo>
                  <a:cubicBezTo>
                    <a:pt x="4936617" y="3619500"/>
                    <a:pt x="5034788" y="3521583"/>
                    <a:pt x="5034788" y="3401060"/>
                  </a:cubicBezTo>
                  <a:lnTo>
                    <a:pt x="5034788" y="269240"/>
                  </a:lnTo>
                  <a:cubicBezTo>
                    <a:pt x="5034788" y="148717"/>
                    <a:pt x="4936617" y="50800"/>
                    <a:pt x="4815332" y="50800"/>
                  </a:cubicBezTo>
                  <a:lnTo>
                    <a:pt x="270256" y="50800"/>
                  </a:lnTo>
                  <a:lnTo>
                    <a:pt x="270256" y="25400"/>
                  </a:lnTo>
                  <a:lnTo>
                    <a:pt x="270256" y="50800"/>
                  </a:lnTo>
                  <a:cubicBezTo>
                    <a:pt x="148971" y="50800"/>
                    <a:pt x="50800" y="148717"/>
                    <a:pt x="50800" y="269240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38660" y="3388671"/>
            <a:ext cx="152400" cy="2714625"/>
            <a:chOff x="0" y="0"/>
            <a:chExt cx="203200" cy="3619500"/>
          </a:xfrm>
        </p:grpSpPr>
        <p:sp>
          <p:nvSpPr>
            <p:cNvPr name="Freeform 12" id="12" descr="preencoded.png"/>
            <p:cNvSpPr/>
            <p:nvPr/>
          </p:nvSpPr>
          <p:spPr>
            <a:xfrm flipH="false" flipV="false" rot="0">
              <a:off x="0" y="0"/>
              <a:ext cx="203200" cy="3619500"/>
            </a:xfrm>
            <a:custGeom>
              <a:avLst/>
              <a:gdLst/>
              <a:ahLst/>
              <a:cxnLst/>
              <a:rect r="r" b="b" t="t" l="l"/>
              <a:pathLst>
                <a:path h="3619500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3619500"/>
                  </a:lnTo>
                  <a:lnTo>
                    <a:pt x="0" y="3619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408214" y="3686766"/>
            <a:ext cx="3027464" cy="49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74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⚛️</a:t>
            </a:r>
            <a:r>
              <a:rPr lang="en-US" sz="2874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React (Vite)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08214" y="4381205"/>
            <a:ext cx="3027464" cy="1404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187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Modern UI framework with blazing fast performance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5008512" y="3369621"/>
            <a:ext cx="3814172" cy="2752725"/>
            <a:chOff x="0" y="0"/>
            <a:chExt cx="5085563" cy="36703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25400" y="25400"/>
              <a:ext cx="5034788" cy="3619500"/>
            </a:xfrm>
            <a:custGeom>
              <a:avLst/>
              <a:gdLst/>
              <a:ahLst/>
              <a:cxnLst/>
              <a:rect r="r" b="b" t="t" l="l"/>
              <a:pathLst>
                <a:path h="3619500" w="5034788">
                  <a:moveTo>
                    <a:pt x="0" y="243840"/>
                  </a:moveTo>
                  <a:cubicBezTo>
                    <a:pt x="0" y="109220"/>
                    <a:pt x="109601" y="0"/>
                    <a:pt x="244856" y="0"/>
                  </a:cubicBezTo>
                  <a:lnTo>
                    <a:pt x="4789932" y="0"/>
                  </a:lnTo>
                  <a:cubicBezTo>
                    <a:pt x="4925187" y="0"/>
                    <a:pt x="5034788" y="109220"/>
                    <a:pt x="5034788" y="243840"/>
                  </a:cubicBezTo>
                  <a:lnTo>
                    <a:pt x="5034788" y="3375660"/>
                  </a:lnTo>
                  <a:cubicBezTo>
                    <a:pt x="5034788" y="3510280"/>
                    <a:pt x="4925187" y="3619500"/>
                    <a:pt x="4789932" y="3619500"/>
                  </a:cubicBezTo>
                  <a:lnTo>
                    <a:pt x="244856" y="3619500"/>
                  </a:lnTo>
                  <a:cubicBezTo>
                    <a:pt x="109601" y="3619500"/>
                    <a:pt x="0" y="3510280"/>
                    <a:pt x="0" y="3375660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085588" cy="3670300"/>
            </a:xfrm>
            <a:custGeom>
              <a:avLst/>
              <a:gdLst/>
              <a:ahLst/>
              <a:cxnLst/>
              <a:rect r="r" b="b" t="t" l="l"/>
              <a:pathLst>
                <a:path h="3670300" w="5085588">
                  <a:moveTo>
                    <a:pt x="0" y="269240"/>
                  </a:moveTo>
                  <a:cubicBezTo>
                    <a:pt x="0" y="120396"/>
                    <a:pt x="121031" y="0"/>
                    <a:pt x="270256" y="0"/>
                  </a:cubicBezTo>
                  <a:lnTo>
                    <a:pt x="4815332" y="0"/>
                  </a:lnTo>
                  <a:lnTo>
                    <a:pt x="4815332" y="25400"/>
                  </a:lnTo>
                  <a:lnTo>
                    <a:pt x="4815332" y="0"/>
                  </a:lnTo>
                  <a:cubicBezTo>
                    <a:pt x="4964430" y="0"/>
                    <a:pt x="5085588" y="120396"/>
                    <a:pt x="5085588" y="269240"/>
                  </a:cubicBezTo>
                  <a:lnTo>
                    <a:pt x="5060188" y="269240"/>
                  </a:lnTo>
                  <a:lnTo>
                    <a:pt x="5085588" y="269240"/>
                  </a:lnTo>
                  <a:lnTo>
                    <a:pt x="5085588" y="3401060"/>
                  </a:lnTo>
                  <a:lnTo>
                    <a:pt x="5060188" y="3401060"/>
                  </a:lnTo>
                  <a:lnTo>
                    <a:pt x="5085588" y="3401060"/>
                  </a:lnTo>
                  <a:cubicBezTo>
                    <a:pt x="5085588" y="3549904"/>
                    <a:pt x="4964557" y="3670300"/>
                    <a:pt x="4815332" y="3670300"/>
                  </a:cubicBezTo>
                  <a:lnTo>
                    <a:pt x="4815332" y="3644900"/>
                  </a:lnTo>
                  <a:lnTo>
                    <a:pt x="4815332" y="3670300"/>
                  </a:lnTo>
                  <a:lnTo>
                    <a:pt x="270256" y="3670300"/>
                  </a:lnTo>
                  <a:lnTo>
                    <a:pt x="270256" y="3644900"/>
                  </a:lnTo>
                  <a:lnTo>
                    <a:pt x="270256" y="3670300"/>
                  </a:lnTo>
                  <a:cubicBezTo>
                    <a:pt x="121031" y="3670300"/>
                    <a:pt x="0" y="3549904"/>
                    <a:pt x="0" y="3401060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01060"/>
                  </a:lnTo>
                  <a:lnTo>
                    <a:pt x="25400" y="3401060"/>
                  </a:lnTo>
                  <a:lnTo>
                    <a:pt x="50800" y="3401060"/>
                  </a:lnTo>
                  <a:cubicBezTo>
                    <a:pt x="50800" y="3521583"/>
                    <a:pt x="148971" y="3619500"/>
                    <a:pt x="270256" y="3619500"/>
                  </a:cubicBezTo>
                  <a:lnTo>
                    <a:pt x="4815332" y="3619500"/>
                  </a:lnTo>
                  <a:cubicBezTo>
                    <a:pt x="4936617" y="3619500"/>
                    <a:pt x="5034788" y="3521583"/>
                    <a:pt x="5034788" y="3401060"/>
                  </a:cubicBezTo>
                  <a:lnTo>
                    <a:pt x="5034788" y="269240"/>
                  </a:lnTo>
                  <a:cubicBezTo>
                    <a:pt x="5034788" y="148717"/>
                    <a:pt x="4936617" y="50800"/>
                    <a:pt x="4815332" y="50800"/>
                  </a:cubicBezTo>
                  <a:lnTo>
                    <a:pt x="270256" y="50800"/>
                  </a:lnTo>
                  <a:lnTo>
                    <a:pt x="270256" y="25400"/>
                  </a:lnTo>
                  <a:lnTo>
                    <a:pt x="270256" y="50800"/>
                  </a:lnTo>
                  <a:cubicBezTo>
                    <a:pt x="148971" y="50800"/>
                    <a:pt x="50800" y="148717"/>
                    <a:pt x="50800" y="269240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4989462" y="3388671"/>
            <a:ext cx="152400" cy="2714625"/>
            <a:chOff x="0" y="0"/>
            <a:chExt cx="203200" cy="3619500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203200" cy="3619500"/>
            </a:xfrm>
            <a:custGeom>
              <a:avLst/>
              <a:gdLst/>
              <a:ahLst/>
              <a:cxnLst/>
              <a:rect r="r" b="b" t="t" l="l"/>
              <a:pathLst>
                <a:path h="3619500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3619500"/>
                  </a:lnTo>
                  <a:lnTo>
                    <a:pt x="0" y="3619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5459016" y="3686766"/>
            <a:ext cx="3027464" cy="49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74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🎨</a:t>
            </a:r>
            <a:r>
              <a:rPr lang="en-US" sz="2874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Tailwind CSS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459016" y="4381205"/>
            <a:ext cx="3027464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187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Utility-first styling for rapid development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57710" y="6358976"/>
            <a:ext cx="3814172" cy="2767603"/>
            <a:chOff x="0" y="0"/>
            <a:chExt cx="5085563" cy="369013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5400" y="25400"/>
              <a:ext cx="5034661" cy="3639312"/>
            </a:xfrm>
            <a:custGeom>
              <a:avLst/>
              <a:gdLst/>
              <a:ahLst/>
              <a:cxnLst/>
              <a:rect r="r" b="b" t="t" l="l"/>
              <a:pathLst>
                <a:path h="3639312" w="5034661">
                  <a:moveTo>
                    <a:pt x="0" y="243840"/>
                  </a:moveTo>
                  <a:cubicBezTo>
                    <a:pt x="0" y="109220"/>
                    <a:pt x="109601" y="0"/>
                    <a:pt x="244729" y="0"/>
                  </a:cubicBezTo>
                  <a:lnTo>
                    <a:pt x="4789932" y="0"/>
                  </a:lnTo>
                  <a:cubicBezTo>
                    <a:pt x="4925060" y="0"/>
                    <a:pt x="5034661" y="109220"/>
                    <a:pt x="5034661" y="243840"/>
                  </a:cubicBezTo>
                  <a:lnTo>
                    <a:pt x="5034661" y="3395472"/>
                  </a:lnTo>
                  <a:cubicBezTo>
                    <a:pt x="5034661" y="3530092"/>
                    <a:pt x="4925060" y="3639312"/>
                    <a:pt x="4789932" y="3639312"/>
                  </a:cubicBezTo>
                  <a:lnTo>
                    <a:pt x="244729" y="3639312"/>
                  </a:lnTo>
                  <a:cubicBezTo>
                    <a:pt x="109601" y="3639312"/>
                    <a:pt x="0" y="3530092"/>
                    <a:pt x="0" y="3395472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085461" cy="3690112"/>
            </a:xfrm>
            <a:custGeom>
              <a:avLst/>
              <a:gdLst/>
              <a:ahLst/>
              <a:cxnLst/>
              <a:rect r="r" b="b" t="t" l="l"/>
              <a:pathLst>
                <a:path h="3690112" w="5085461">
                  <a:moveTo>
                    <a:pt x="0" y="269240"/>
                  </a:moveTo>
                  <a:cubicBezTo>
                    <a:pt x="0" y="120396"/>
                    <a:pt x="121031" y="0"/>
                    <a:pt x="270129" y="0"/>
                  </a:cubicBezTo>
                  <a:lnTo>
                    <a:pt x="4815332" y="0"/>
                  </a:lnTo>
                  <a:lnTo>
                    <a:pt x="4815332" y="25400"/>
                  </a:lnTo>
                  <a:lnTo>
                    <a:pt x="4815332" y="0"/>
                  </a:lnTo>
                  <a:cubicBezTo>
                    <a:pt x="4964430" y="0"/>
                    <a:pt x="5085461" y="120396"/>
                    <a:pt x="5085461" y="269240"/>
                  </a:cubicBezTo>
                  <a:lnTo>
                    <a:pt x="5060061" y="269240"/>
                  </a:lnTo>
                  <a:lnTo>
                    <a:pt x="5085461" y="269240"/>
                  </a:lnTo>
                  <a:lnTo>
                    <a:pt x="5085461" y="3420872"/>
                  </a:lnTo>
                  <a:lnTo>
                    <a:pt x="5060061" y="3420872"/>
                  </a:lnTo>
                  <a:lnTo>
                    <a:pt x="5085461" y="3420872"/>
                  </a:lnTo>
                  <a:cubicBezTo>
                    <a:pt x="5085461" y="3569716"/>
                    <a:pt x="4964430" y="3690112"/>
                    <a:pt x="4815332" y="3690112"/>
                  </a:cubicBezTo>
                  <a:lnTo>
                    <a:pt x="4815332" y="3664712"/>
                  </a:lnTo>
                  <a:lnTo>
                    <a:pt x="4815332" y="3690112"/>
                  </a:lnTo>
                  <a:lnTo>
                    <a:pt x="270129" y="3690112"/>
                  </a:lnTo>
                  <a:lnTo>
                    <a:pt x="270129" y="3664712"/>
                  </a:lnTo>
                  <a:lnTo>
                    <a:pt x="270129" y="3690112"/>
                  </a:lnTo>
                  <a:cubicBezTo>
                    <a:pt x="121031" y="3690112"/>
                    <a:pt x="0" y="3569716"/>
                    <a:pt x="0" y="3420872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20872"/>
                  </a:lnTo>
                  <a:lnTo>
                    <a:pt x="25400" y="3420872"/>
                  </a:lnTo>
                  <a:lnTo>
                    <a:pt x="50800" y="3420872"/>
                  </a:lnTo>
                  <a:cubicBezTo>
                    <a:pt x="50800" y="3541395"/>
                    <a:pt x="148971" y="3639312"/>
                    <a:pt x="270129" y="3639312"/>
                  </a:cubicBezTo>
                  <a:lnTo>
                    <a:pt x="4815332" y="3639312"/>
                  </a:lnTo>
                  <a:cubicBezTo>
                    <a:pt x="4936617" y="3639312"/>
                    <a:pt x="5034661" y="3541395"/>
                    <a:pt x="5034661" y="3420872"/>
                  </a:cubicBezTo>
                  <a:lnTo>
                    <a:pt x="5034661" y="269240"/>
                  </a:lnTo>
                  <a:cubicBezTo>
                    <a:pt x="5034661" y="148717"/>
                    <a:pt x="4936490" y="50800"/>
                    <a:pt x="4815332" y="50800"/>
                  </a:cubicBezTo>
                  <a:lnTo>
                    <a:pt x="270129" y="50800"/>
                  </a:lnTo>
                  <a:lnTo>
                    <a:pt x="270129" y="25400"/>
                  </a:lnTo>
                  <a:lnTo>
                    <a:pt x="270129" y="50800"/>
                  </a:lnTo>
                  <a:cubicBezTo>
                    <a:pt x="148971" y="50800"/>
                    <a:pt x="50800" y="148717"/>
                    <a:pt x="50800" y="269240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38660" y="6378026"/>
            <a:ext cx="152400" cy="2729503"/>
            <a:chOff x="0" y="0"/>
            <a:chExt cx="203200" cy="3639337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203200" cy="3639312"/>
            </a:xfrm>
            <a:custGeom>
              <a:avLst/>
              <a:gdLst/>
              <a:ahLst/>
              <a:cxnLst/>
              <a:rect r="r" b="b" t="t" l="l"/>
              <a:pathLst>
                <a:path h="3639312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3639312"/>
                  </a:lnTo>
                  <a:lnTo>
                    <a:pt x="0" y="36393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76" r="0" b="-77"/>
              </a:stretch>
            </a:blip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408214" y="6676130"/>
            <a:ext cx="3027464" cy="953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74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✨</a:t>
            </a:r>
            <a:r>
              <a:rPr lang="en-US" sz="2874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Framer Motion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08214" y="7828359"/>
            <a:ext cx="3027464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187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Smooth animations and micro-interactions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5008512" y="6358976"/>
            <a:ext cx="3814172" cy="2767603"/>
            <a:chOff x="0" y="0"/>
            <a:chExt cx="5085563" cy="3690137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25400" y="25400"/>
              <a:ext cx="5034661" cy="3639312"/>
            </a:xfrm>
            <a:custGeom>
              <a:avLst/>
              <a:gdLst/>
              <a:ahLst/>
              <a:cxnLst/>
              <a:rect r="r" b="b" t="t" l="l"/>
              <a:pathLst>
                <a:path h="3639312" w="5034661">
                  <a:moveTo>
                    <a:pt x="0" y="243840"/>
                  </a:moveTo>
                  <a:cubicBezTo>
                    <a:pt x="0" y="109220"/>
                    <a:pt x="109601" y="0"/>
                    <a:pt x="244729" y="0"/>
                  </a:cubicBezTo>
                  <a:lnTo>
                    <a:pt x="4789932" y="0"/>
                  </a:lnTo>
                  <a:cubicBezTo>
                    <a:pt x="4925060" y="0"/>
                    <a:pt x="5034661" y="109220"/>
                    <a:pt x="5034661" y="243840"/>
                  </a:cubicBezTo>
                  <a:lnTo>
                    <a:pt x="5034661" y="3395472"/>
                  </a:lnTo>
                  <a:cubicBezTo>
                    <a:pt x="5034661" y="3530092"/>
                    <a:pt x="4925060" y="3639312"/>
                    <a:pt x="4789932" y="3639312"/>
                  </a:cubicBezTo>
                  <a:lnTo>
                    <a:pt x="244729" y="3639312"/>
                  </a:lnTo>
                  <a:cubicBezTo>
                    <a:pt x="109601" y="3639312"/>
                    <a:pt x="0" y="3530092"/>
                    <a:pt x="0" y="3395472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085461" cy="3690112"/>
            </a:xfrm>
            <a:custGeom>
              <a:avLst/>
              <a:gdLst/>
              <a:ahLst/>
              <a:cxnLst/>
              <a:rect r="r" b="b" t="t" l="l"/>
              <a:pathLst>
                <a:path h="3690112" w="5085461">
                  <a:moveTo>
                    <a:pt x="0" y="269240"/>
                  </a:moveTo>
                  <a:cubicBezTo>
                    <a:pt x="0" y="120396"/>
                    <a:pt x="121031" y="0"/>
                    <a:pt x="270129" y="0"/>
                  </a:cubicBezTo>
                  <a:lnTo>
                    <a:pt x="4815332" y="0"/>
                  </a:lnTo>
                  <a:lnTo>
                    <a:pt x="4815332" y="25400"/>
                  </a:lnTo>
                  <a:lnTo>
                    <a:pt x="4815332" y="0"/>
                  </a:lnTo>
                  <a:cubicBezTo>
                    <a:pt x="4964430" y="0"/>
                    <a:pt x="5085461" y="120396"/>
                    <a:pt x="5085461" y="269240"/>
                  </a:cubicBezTo>
                  <a:lnTo>
                    <a:pt x="5060061" y="269240"/>
                  </a:lnTo>
                  <a:lnTo>
                    <a:pt x="5085461" y="269240"/>
                  </a:lnTo>
                  <a:lnTo>
                    <a:pt x="5085461" y="3420872"/>
                  </a:lnTo>
                  <a:lnTo>
                    <a:pt x="5060061" y="3420872"/>
                  </a:lnTo>
                  <a:lnTo>
                    <a:pt x="5085461" y="3420872"/>
                  </a:lnTo>
                  <a:cubicBezTo>
                    <a:pt x="5085461" y="3569716"/>
                    <a:pt x="4964430" y="3690112"/>
                    <a:pt x="4815332" y="3690112"/>
                  </a:cubicBezTo>
                  <a:lnTo>
                    <a:pt x="4815332" y="3664712"/>
                  </a:lnTo>
                  <a:lnTo>
                    <a:pt x="4815332" y="3690112"/>
                  </a:lnTo>
                  <a:lnTo>
                    <a:pt x="270129" y="3690112"/>
                  </a:lnTo>
                  <a:lnTo>
                    <a:pt x="270129" y="3664712"/>
                  </a:lnTo>
                  <a:lnTo>
                    <a:pt x="270129" y="3690112"/>
                  </a:lnTo>
                  <a:cubicBezTo>
                    <a:pt x="121031" y="3690112"/>
                    <a:pt x="0" y="3569716"/>
                    <a:pt x="0" y="3420872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20872"/>
                  </a:lnTo>
                  <a:lnTo>
                    <a:pt x="25400" y="3420872"/>
                  </a:lnTo>
                  <a:lnTo>
                    <a:pt x="50800" y="3420872"/>
                  </a:lnTo>
                  <a:cubicBezTo>
                    <a:pt x="50800" y="3541395"/>
                    <a:pt x="148971" y="3639312"/>
                    <a:pt x="270129" y="3639312"/>
                  </a:cubicBezTo>
                  <a:lnTo>
                    <a:pt x="4815332" y="3639312"/>
                  </a:lnTo>
                  <a:cubicBezTo>
                    <a:pt x="4936617" y="3639312"/>
                    <a:pt x="5034661" y="3541395"/>
                    <a:pt x="5034661" y="3420872"/>
                  </a:cubicBezTo>
                  <a:lnTo>
                    <a:pt x="5034661" y="269240"/>
                  </a:lnTo>
                  <a:cubicBezTo>
                    <a:pt x="5034661" y="148717"/>
                    <a:pt x="4936490" y="50800"/>
                    <a:pt x="4815332" y="50800"/>
                  </a:cubicBezTo>
                  <a:lnTo>
                    <a:pt x="270129" y="50800"/>
                  </a:lnTo>
                  <a:lnTo>
                    <a:pt x="270129" y="25400"/>
                  </a:lnTo>
                  <a:lnTo>
                    <a:pt x="270129" y="50800"/>
                  </a:lnTo>
                  <a:cubicBezTo>
                    <a:pt x="148971" y="50800"/>
                    <a:pt x="50800" y="148717"/>
                    <a:pt x="50800" y="269240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4989462" y="6378026"/>
            <a:ext cx="152400" cy="2729503"/>
            <a:chOff x="0" y="0"/>
            <a:chExt cx="203200" cy="3639337"/>
          </a:xfrm>
        </p:grpSpPr>
        <p:sp>
          <p:nvSpPr>
            <p:cNvPr name="Freeform 33" id="33" descr="preencoded.png"/>
            <p:cNvSpPr/>
            <p:nvPr/>
          </p:nvSpPr>
          <p:spPr>
            <a:xfrm flipH="false" flipV="false" rot="0">
              <a:off x="0" y="0"/>
              <a:ext cx="203200" cy="3639312"/>
            </a:xfrm>
            <a:custGeom>
              <a:avLst/>
              <a:gdLst/>
              <a:ahLst/>
              <a:cxnLst/>
              <a:rect r="r" b="b" t="t" l="l"/>
              <a:pathLst>
                <a:path h="3639312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3639312"/>
                  </a:lnTo>
                  <a:lnTo>
                    <a:pt x="0" y="36393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76" r="0" b="-77"/>
              </a:stretch>
            </a:blip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5459016" y="6676130"/>
            <a:ext cx="3027464" cy="49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74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📡</a:t>
            </a:r>
            <a:r>
              <a:rPr lang="en-US" sz="2874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Axios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459016" y="7370559"/>
            <a:ext cx="3027464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187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API communication and data handling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455791" y="1867643"/>
            <a:ext cx="5128622" cy="5971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12"/>
              </a:lnSpc>
            </a:pPr>
            <a:r>
              <a:rPr lang="en-US" sz="3437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🚀</a:t>
            </a:r>
            <a:r>
              <a:rPr lang="en-US" sz="3437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Backend Technologies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9474841" y="3369621"/>
            <a:ext cx="3814172" cy="2309812"/>
            <a:chOff x="0" y="0"/>
            <a:chExt cx="5085563" cy="307975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25400" y="25400"/>
              <a:ext cx="5034788" cy="3028950"/>
            </a:xfrm>
            <a:custGeom>
              <a:avLst/>
              <a:gdLst/>
              <a:ahLst/>
              <a:cxnLst/>
              <a:rect r="r" b="b" t="t" l="l"/>
              <a:pathLst>
                <a:path h="3028950" w="5034788">
                  <a:moveTo>
                    <a:pt x="0" y="243840"/>
                  </a:moveTo>
                  <a:cubicBezTo>
                    <a:pt x="0" y="109220"/>
                    <a:pt x="109855" y="0"/>
                    <a:pt x="245491" y="0"/>
                  </a:cubicBezTo>
                  <a:lnTo>
                    <a:pt x="4789297" y="0"/>
                  </a:lnTo>
                  <a:cubicBezTo>
                    <a:pt x="4924806" y="0"/>
                    <a:pt x="5034788" y="109220"/>
                    <a:pt x="5034788" y="243840"/>
                  </a:cubicBezTo>
                  <a:lnTo>
                    <a:pt x="5034788" y="2785110"/>
                  </a:lnTo>
                  <a:cubicBezTo>
                    <a:pt x="5034788" y="2919730"/>
                    <a:pt x="4924933" y="3028950"/>
                    <a:pt x="4789297" y="3028950"/>
                  </a:cubicBezTo>
                  <a:lnTo>
                    <a:pt x="245491" y="3028950"/>
                  </a:lnTo>
                  <a:cubicBezTo>
                    <a:pt x="109855" y="3028950"/>
                    <a:pt x="0" y="2919730"/>
                    <a:pt x="0" y="2785110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085588" cy="3079750"/>
            </a:xfrm>
            <a:custGeom>
              <a:avLst/>
              <a:gdLst/>
              <a:ahLst/>
              <a:cxnLst/>
              <a:rect r="r" b="b" t="t" l="l"/>
              <a:pathLst>
                <a:path h="3079750" w="5085588">
                  <a:moveTo>
                    <a:pt x="0" y="269240"/>
                  </a:moveTo>
                  <a:cubicBezTo>
                    <a:pt x="0" y="120396"/>
                    <a:pt x="121412" y="0"/>
                    <a:pt x="270891" y="0"/>
                  </a:cubicBezTo>
                  <a:lnTo>
                    <a:pt x="4814697" y="0"/>
                  </a:lnTo>
                  <a:lnTo>
                    <a:pt x="4814697" y="25400"/>
                  </a:lnTo>
                  <a:lnTo>
                    <a:pt x="4814697" y="0"/>
                  </a:lnTo>
                  <a:cubicBezTo>
                    <a:pt x="4964176" y="0"/>
                    <a:pt x="5085588" y="120396"/>
                    <a:pt x="5085588" y="269240"/>
                  </a:cubicBezTo>
                  <a:lnTo>
                    <a:pt x="5060188" y="269240"/>
                  </a:lnTo>
                  <a:lnTo>
                    <a:pt x="5085588" y="269240"/>
                  </a:lnTo>
                  <a:lnTo>
                    <a:pt x="5085588" y="2810510"/>
                  </a:lnTo>
                  <a:lnTo>
                    <a:pt x="5060188" y="2810510"/>
                  </a:lnTo>
                  <a:lnTo>
                    <a:pt x="5085588" y="2810510"/>
                  </a:lnTo>
                  <a:cubicBezTo>
                    <a:pt x="5085588" y="2959354"/>
                    <a:pt x="4964176" y="3079750"/>
                    <a:pt x="4814697" y="3079750"/>
                  </a:cubicBezTo>
                  <a:lnTo>
                    <a:pt x="4814697" y="3054350"/>
                  </a:lnTo>
                  <a:lnTo>
                    <a:pt x="4814697" y="3079750"/>
                  </a:lnTo>
                  <a:lnTo>
                    <a:pt x="270891" y="3079750"/>
                  </a:lnTo>
                  <a:lnTo>
                    <a:pt x="270891" y="3054350"/>
                  </a:lnTo>
                  <a:lnTo>
                    <a:pt x="270891" y="3079750"/>
                  </a:lnTo>
                  <a:cubicBezTo>
                    <a:pt x="121412" y="3079750"/>
                    <a:pt x="0" y="2959354"/>
                    <a:pt x="0" y="2810510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2810510"/>
                  </a:lnTo>
                  <a:lnTo>
                    <a:pt x="25400" y="2810510"/>
                  </a:lnTo>
                  <a:lnTo>
                    <a:pt x="50800" y="2810510"/>
                  </a:lnTo>
                  <a:cubicBezTo>
                    <a:pt x="50800" y="2931033"/>
                    <a:pt x="149098" y="3028950"/>
                    <a:pt x="270891" y="3028950"/>
                  </a:cubicBezTo>
                  <a:lnTo>
                    <a:pt x="4814697" y="3028950"/>
                  </a:lnTo>
                  <a:cubicBezTo>
                    <a:pt x="4936363" y="3028950"/>
                    <a:pt x="5034788" y="2931033"/>
                    <a:pt x="5034788" y="2810510"/>
                  </a:cubicBezTo>
                  <a:lnTo>
                    <a:pt x="5034788" y="269240"/>
                  </a:lnTo>
                  <a:cubicBezTo>
                    <a:pt x="5034788" y="148717"/>
                    <a:pt x="4936490" y="50800"/>
                    <a:pt x="4814697" y="50800"/>
                  </a:cubicBezTo>
                  <a:lnTo>
                    <a:pt x="270891" y="50800"/>
                  </a:lnTo>
                  <a:lnTo>
                    <a:pt x="270891" y="25400"/>
                  </a:lnTo>
                  <a:lnTo>
                    <a:pt x="270891" y="50800"/>
                  </a:lnTo>
                  <a:cubicBezTo>
                    <a:pt x="149098" y="50800"/>
                    <a:pt x="50800" y="148717"/>
                    <a:pt x="50800" y="269240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9455791" y="3388671"/>
            <a:ext cx="152400" cy="2271712"/>
            <a:chOff x="0" y="0"/>
            <a:chExt cx="203200" cy="3028950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203200" cy="3028950"/>
            </a:xfrm>
            <a:custGeom>
              <a:avLst/>
              <a:gdLst/>
              <a:ahLst/>
              <a:cxnLst/>
              <a:rect r="r" b="b" t="t" l="l"/>
              <a:pathLst>
                <a:path h="3028950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3028950"/>
                  </a:lnTo>
                  <a:lnTo>
                    <a:pt x="0" y="3028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4" r="0" b="-10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9925345" y="3686766"/>
            <a:ext cx="3027464" cy="49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74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🟢</a:t>
            </a:r>
            <a:r>
              <a:rPr lang="en-US" sz="2874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Node.js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925345" y="4381205"/>
            <a:ext cx="3027464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187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JavaScript runtime for server-side logic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3525652" y="3369621"/>
            <a:ext cx="3814172" cy="2309812"/>
            <a:chOff x="0" y="0"/>
            <a:chExt cx="5085563" cy="307975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25400" y="25400"/>
              <a:ext cx="5034788" cy="3028950"/>
            </a:xfrm>
            <a:custGeom>
              <a:avLst/>
              <a:gdLst/>
              <a:ahLst/>
              <a:cxnLst/>
              <a:rect r="r" b="b" t="t" l="l"/>
              <a:pathLst>
                <a:path h="3028950" w="5034788">
                  <a:moveTo>
                    <a:pt x="0" y="243840"/>
                  </a:moveTo>
                  <a:cubicBezTo>
                    <a:pt x="0" y="109220"/>
                    <a:pt x="109855" y="0"/>
                    <a:pt x="245491" y="0"/>
                  </a:cubicBezTo>
                  <a:lnTo>
                    <a:pt x="4789297" y="0"/>
                  </a:lnTo>
                  <a:cubicBezTo>
                    <a:pt x="4924806" y="0"/>
                    <a:pt x="5034788" y="109220"/>
                    <a:pt x="5034788" y="243840"/>
                  </a:cubicBezTo>
                  <a:lnTo>
                    <a:pt x="5034788" y="2785110"/>
                  </a:lnTo>
                  <a:cubicBezTo>
                    <a:pt x="5034788" y="2919730"/>
                    <a:pt x="4924933" y="3028950"/>
                    <a:pt x="4789297" y="3028950"/>
                  </a:cubicBezTo>
                  <a:lnTo>
                    <a:pt x="245491" y="3028950"/>
                  </a:lnTo>
                  <a:cubicBezTo>
                    <a:pt x="109855" y="3028950"/>
                    <a:pt x="0" y="2919730"/>
                    <a:pt x="0" y="2785110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085588" cy="3079750"/>
            </a:xfrm>
            <a:custGeom>
              <a:avLst/>
              <a:gdLst/>
              <a:ahLst/>
              <a:cxnLst/>
              <a:rect r="r" b="b" t="t" l="l"/>
              <a:pathLst>
                <a:path h="3079750" w="5085588">
                  <a:moveTo>
                    <a:pt x="0" y="269240"/>
                  </a:moveTo>
                  <a:cubicBezTo>
                    <a:pt x="0" y="120396"/>
                    <a:pt x="121412" y="0"/>
                    <a:pt x="270891" y="0"/>
                  </a:cubicBezTo>
                  <a:lnTo>
                    <a:pt x="4814697" y="0"/>
                  </a:lnTo>
                  <a:lnTo>
                    <a:pt x="4814697" y="25400"/>
                  </a:lnTo>
                  <a:lnTo>
                    <a:pt x="4814697" y="0"/>
                  </a:lnTo>
                  <a:cubicBezTo>
                    <a:pt x="4964176" y="0"/>
                    <a:pt x="5085588" y="120396"/>
                    <a:pt x="5085588" y="269240"/>
                  </a:cubicBezTo>
                  <a:lnTo>
                    <a:pt x="5060188" y="269240"/>
                  </a:lnTo>
                  <a:lnTo>
                    <a:pt x="5085588" y="269240"/>
                  </a:lnTo>
                  <a:lnTo>
                    <a:pt x="5085588" y="2810510"/>
                  </a:lnTo>
                  <a:lnTo>
                    <a:pt x="5060188" y="2810510"/>
                  </a:lnTo>
                  <a:lnTo>
                    <a:pt x="5085588" y="2810510"/>
                  </a:lnTo>
                  <a:cubicBezTo>
                    <a:pt x="5085588" y="2959354"/>
                    <a:pt x="4964176" y="3079750"/>
                    <a:pt x="4814697" y="3079750"/>
                  </a:cubicBezTo>
                  <a:lnTo>
                    <a:pt x="4814697" y="3054350"/>
                  </a:lnTo>
                  <a:lnTo>
                    <a:pt x="4814697" y="3079750"/>
                  </a:lnTo>
                  <a:lnTo>
                    <a:pt x="270891" y="3079750"/>
                  </a:lnTo>
                  <a:lnTo>
                    <a:pt x="270891" y="3054350"/>
                  </a:lnTo>
                  <a:lnTo>
                    <a:pt x="270891" y="3079750"/>
                  </a:lnTo>
                  <a:cubicBezTo>
                    <a:pt x="121412" y="3079750"/>
                    <a:pt x="0" y="2959354"/>
                    <a:pt x="0" y="2810510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2810510"/>
                  </a:lnTo>
                  <a:lnTo>
                    <a:pt x="25400" y="2810510"/>
                  </a:lnTo>
                  <a:lnTo>
                    <a:pt x="50800" y="2810510"/>
                  </a:lnTo>
                  <a:cubicBezTo>
                    <a:pt x="50800" y="2931033"/>
                    <a:pt x="149098" y="3028950"/>
                    <a:pt x="270891" y="3028950"/>
                  </a:cubicBezTo>
                  <a:lnTo>
                    <a:pt x="4814697" y="3028950"/>
                  </a:lnTo>
                  <a:cubicBezTo>
                    <a:pt x="4936363" y="3028950"/>
                    <a:pt x="5034788" y="2931033"/>
                    <a:pt x="5034788" y="2810510"/>
                  </a:cubicBezTo>
                  <a:lnTo>
                    <a:pt x="5034788" y="269240"/>
                  </a:lnTo>
                  <a:cubicBezTo>
                    <a:pt x="5034788" y="148717"/>
                    <a:pt x="4936490" y="50800"/>
                    <a:pt x="4814697" y="50800"/>
                  </a:cubicBezTo>
                  <a:lnTo>
                    <a:pt x="270891" y="50800"/>
                  </a:lnTo>
                  <a:lnTo>
                    <a:pt x="270891" y="25400"/>
                  </a:lnTo>
                  <a:lnTo>
                    <a:pt x="270891" y="50800"/>
                  </a:lnTo>
                  <a:cubicBezTo>
                    <a:pt x="149098" y="50800"/>
                    <a:pt x="50800" y="148717"/>
                    <a:pt x="50800" y="269240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3506602" y="3388671"/>
            <a:ext cx="152400" cy="2271712"/>
            <a:chOff x="0" y="0"/>
            <a:chExt cx="203200" cy="3028950"/>
          </a:xfrm>
        </p:grpSpPr>
        <p:sp>
          <p:nvSpPr>
            <p:cNvPr name="Freeform 48" id="48" descr="preencoded.png"/>
            <p:cNvSpPr/>
            <p:nvPr/>
          </p:nvSpPr>
          <p:spPr>
            <a:xfrm flipH="false" flipV="false" rot="0">
              <a:off x="0" y="0"/>
              <a:ext cx="203200" cy="3028950"/>
            </a:xfrm>
            <a:custGeom>
              <a:avLst/>
              <a:gdLst/>
              <a:ahLst/>
              <a:cxnLst/>
              <a:rect r="r" b="b" t="t" l="l"/>
              <a:pathLst>
                <a:path h="3028950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3028950"/>
                  </a:lnTo>
                  <a:lnTo>
                    <a:pt x="0" y="3028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4" r="0" b="-104"/>
              </a:stretch>
            </a:blipFill>
          </p:spPr>
        </p:sp>
      </p:grpSp>
      <p:sp>
        <p:nvSpPr>
          <p:cNvPr name="TextBox 49" id="49"/>
          <p:cNvSpPr txBox="true"/>
          <p:nvPr/>
        </p:nvSpPr>
        <p:spPr>
          <a:xfrm rot="0">
            <a:off x="13976147" y="3686766"/>
            <a:ext cx="3027464" cy="49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74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🚂</a:t>
            </a:r>
            <a:r>
              <a:rPr lang="en-US" sz="2874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Express.js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3976147" y="4381205"/>
            <a:ext cx="3027464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187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Web framework for RESTful API endpoints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9474841" y="5916063"/>
            <a:ext cx="3814172" cy="2767603"/>
            <a:chOff x="0" y="0"/>
            <a:chExt cx="5085563" cy="3690137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25400" y="25400"/>
              <a:ext cx="5034661" cy="3639312"/>
            </a:xfrm>
            <a:custGeom>
              <a:avLst/>
              <a:gdLst/>
              <a:ahLst/>
              <a:cxnLst/>
              <a:rect r="r" b="b" t="t" l="l"/>
              <a:pathLst>
                <a:path h="3639312" w="5034661">
                  <a:moveTo>
                    <a:pt x="0" y="243840"/>
                  </a:moveTo>
                  <a:cubicBezTo>
                    <a:pt x="0" y="109220"/>
                    <a:pt x="109601" y="0"/>
                    <a:pt x="244729" y="0"/>
                  </a:cubicBezTo>
                  <a:lnTo>
                    <a:pt x="4789932" y="0"/>
                  </a:lnTo>
                  <a:cubicBezTo>
                    <a:pt x="4925060" y="0"/>
                    <a:pt x="5034661" y="109220"/>
                    <a:pt x="5034661" y="243840"/>
                  </a:cubicBezTo>
                  <a:lnTo>
                    <a:pt x="5034661" y="3395472"/>
                  </a:lnTo>
                  <a:cubicBezTo>
                    <a:pt x="5034661" y="3530092"/>
                    <a:pt x="4925060" y="3639312"/>
                    <a:pt x="4789932" y="3639312"/>
                  </a:cubicBezTo>
                  <a:lnTo>
                    <a:pt x="244729" y="3639312"/>
                  </a:lnTo>
                  <a:cubicBezTo>
                    <a:pt x="109601" y="3639312"/>
                    <a:pt x="0" y="3530092"/>
                    <a:pt x="0" y="3395472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085461" cy="3690112"/>
            </a:xfrm>
            <a:custGeom>
              <a:avLst/>
              <a:gdLst/>
              <a:ahLst/>
              <a:cxnLst/>
              <a:rect r="r" b="b" t="t" l="l"/>
              <a:pathLst>
                <a:path h="3690112" w="5085461">
                  <a:moveTo>
                    <a:pt x="0" y="269240"/>
                  </a:moveTo>
                  <a:cubicBezTo>
                    <a:pt x="0" y="120396"/>
                    <a:pt x="121031" y="0"/>
                    <a:pt x="270129" y="0"/>
                  </a:cubicBezTo>
                  <a:lnTo>
                    <a:pt x="4815332" y="0"/>
                  </a:lnTo>
                  <a:lnTo>
                    <a:pt x="4815332" y="25400"/>
                  </a:lnTo>
                  <a:lnTo>
                    <a:pt x="4815332" y="0"/>
                  </a:lnTo>
                  <a:cubicBezTo>
                    <a:pt x="4964430" y="0"/>
                    <a:pt x="5085461" y="120396"/>
                    <a:pt x="5085461" y="269240"/>
                  </a:cubicBezTo>
                  <a:lnTo>
                    <a:pt x="5060061" y="269240"/>
                  </a:lnTo>
                  <a:lnTo>
                    <a:pt x="5085461" y="269240"/>
                  </a:lnTo>
                  <a:lnTo>
                    <a:pt x="5085461" y="3420872"/>
                  </a:lnTo>
                  <a:lnTo>
                    <a:pt x="5060061" y="3420872"/>
                  </a:lnTo>
                  <a:lnTo>
                    <a:pt x="5085461" y="3420872"/>
                  </a:lnTo>
                  <a:cubicBezTo>
                    <a:pt x="5085461" y="3569716"/>
                    <a:pt x="4964430" y="3690112"/>
                    <a:pt x="4815332" y="3690112"/>
                  </a:cubicBezTo>
                  <a:lnTo>
                    <a:pt x="4815332" y="3664712"/>
                  </a:lnTo>
                  <a:lnTo>
                    <a:pt x="4815332" y="3690112"/>
                  </a:lnTo>
                  <a:lnTo>
                    <a:pt x="270129" y="3690112"/>
                  </a:lnTo>
                  <a:lnTo>
                    <a:pt x="270129" y="3664712"/>
                  </a:lnTo>
                  <a:lnTo>
                    <a:pt x="270129" y="3690112"/>
                  </a:lnTo>
                  <a:cubicBezTo>
                    <a:pt x="121031" y="3690112"/>
                    <a:pt x="0" y="3569716"/>
                    <a:pt x="0" y="3420872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20872"/>
                  </a:lnTo>
                  <a:lnTo>
                    <a:pt x="25400" y="3420872"/>
                  </a:lnTo>
                  <a:lnTo>
                    <a:pt x="50800" y="3420872"/>
                  </a:lnTo>
                  <a:cubicBezTo>
                    <a:pt x="50800" y="3541395"/>
                    <a:pt x="148971" y="3639312"/>
                    <a:pt x="270129" y="3639312"/>
                  </a:cubicBezTo>
                  <a:lnTo>
                    <a:pt x="4815332" y="3639312"/>
                  </a:lnTo>
                  <a:cubicBezTo>
                    <a:pt x="4936617" y="3639312"/>
                    <a:pt x="5034661" y="3541395"/>
                    <a:pt x="5034661" y="3420872"/>
                  </a:cubicBezTo>
                  <a:lnTo>
                    <a:pt x="5034661" y="269240"/>
                  </a:lnTo>
                  <a:cubicBezTo>
                    <a:pt x="5034661" y="148717"/>
                    <a:pt x="4936490" y="50800"/>
                    <a:pt x="4815332" y="50800"/>
                  </a:cubicBezTo>
                  <a:lnTo>
                    <a:pt x="270129" y="50800"/>
                  </a:lnTo>
                  <a:lnTo>
                    <a:pt x="270129" y="25400"/>
                  </a:lnTo>
                  <a:lnTo>
                    <a:pt x="270129" y="50800"/>
                  </a:lnTo>
                  <a:cubicBezTo>
                    <a:pt x="148971" y="50800"/>
                    <a:pt x="50800" y="148717"/>
                    <a:pt x="50800" y="269240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9455791" y="5935113"/>
            <a:ext cx="152400" cy="2729503"/>
            <a:chOff x="0" y="0"/>
            <a:chExt cx="203200" cy="3639337"/>
          </a:xfrm>
        </p:grpSpPr>
        <p:sp>
          <p:nvSpPr>
            <p:cNvPr name="Freeform 55" id="55" descr="preencoded.png"/>
            <p:cNvSpPr/>
            <p:nvPr/>
          </p:nvSpPr>
          <p:spPr>
            <a:xfrm flipH="false" flipV="false" rot="0">
              <a:off x="0" y="0"/>
              <a:ext cx="203200" cy="3639312"/>
            </a:xfrm>
            <a:custGeom>
              <a:avLst/>
              <a:gdLst/>
              <a:ahLst/>
              <a:cxnLst/>
              <a:rect r="r" b="b" t="t" l="l"/>
              <a:pathLst>
                <a:path h="3639312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3639312"/>
                  </a:lnTo>
                  <a:lnTo>
                    <a:pt x="0" y="36393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76" r="0" b="-77"/>
              </a:stretch>
            </a:blipFill>
          </p:spPr>
        </p:sp>
      </p:grpSp>
      <p:sp>
        <p:nvSpPr>
          <p:cNvPr name="TextBox 56" id="56"/>
          <p:cNvSpPr txBox="true"/>
          <p:nvPr/>
        </p:nvSpPr>
        <p:spPr>
          <a:xfrm rot="0">
            <a:off x="9925345" y="6233217"/>
            <a:ext cx="3027464" cy="49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74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🍃</a:t>
            </a:r>
            <a:r>
              <a:rPr lang="en-US" sz="2874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MongoDB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925345" y="6927647"/>
            <a:ext cx="3027464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187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NoSQL database for flexible data storage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13525652" y="5916063"/>
            <a:ext cx="3814172" cy="2767603"/>
            <a:chOff x="0" y="0"/>
            <a:chExt cx="5085563" cy="3690137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25400" y="25400"/>
              <a:ext cx="5034661" cy="3639312"/>
            </a:xfrm>
            <a:custGeom>
              <a:avLst/>
              <a:gdLst/>
              <a:ahLst/>
              <a:cxnLst/>
              <a:rect r="r" b="b" t="t" l="l"/>
              <a:pathLst>
                <a:path h="3639312" w="5034661">
                  <a:moveTo>
                    <a:pt x="0" y="243840"/>
                  </a:moveTo>
                  <a:cubicBezTo>
                    <a:pt x="0" y="109220"/>
                    <a:pt x="109601" y="0"/>
                    <a:pt x="244729" y="0"/>
                  </a:cubicBezTo>
                  <a:lnTo>
                    <a:pt x="4789932" y="0"/>
                  </a:lnTo>
                  <a:cubicBezTo>
                    <a:pt x="4925060" y="0"/>
                    <a:pt x="5034661" y="109220"/>
                    <a:pt x="5034661" y="243840"/>
                  </a:cubicBezTo>
                  <a:lnTo>
                    <a:pt x="5034661" y="3395472"/>
                  </a:lnTo>
                  <a:cubicBezTo>
                    <a:pt x="5034661" y="3530092"/>
                    <a:pt x="4925060" y="3639312"/>
                    <a:pt x="4789932" y="3639312"/>
                  </a:cubicBezTo>
                  <a:lnTo>
                    <a:pt x="244729" y="3639312"/>
                  </a:lnTo>
                  <a:cubicBezTo>
                    <a:pt x="109601" y="3639312"/>
                    <a:pt x="0" y="3530092"/>
                    <a:pt x="0" y="3395472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5085461" cy="3690112"/>
            </a:xfrm>
            <a:custGeom>
              <a:avLst/>
              <a:gdLst/>
              <a:ahLst/>
              <a:cxnLst/>
              <a:rect r="r" b="b" t="t" l="l"/>
              <a:pathLst>
                <a:path h="3690112" w="5085461">
                  <a:moveTo>
                    <a:pt x="0" y="269240"/>
                  </a:moveTo>
                  <a:cubicBezTo>
                    <a:pt x="0" y="120396"/>
                    <a:pt x="121031" y="0"/>
                    <a:pt x="270129" y="0"/>
                  </a:cubicBezTo>
                  <a:lnTo>
                    <a:pt x="4815332" y="0"/>
                  </a:lnTo>
                  <a:lnTo>
                    <a:pt x="4815332" y="25400"/>
                  </a:lnTo>
                  <a:lnTo>
                    <a:pt x="4815332" y="0"/>
                  </a:lnTo>
                  <a:cubicBezTo>
                    <a:pt x="4964430" y="0"/>
                    <a:pt x="5085461" y="120396"/>
                    <a:pt x="5085461" y="269240"/>
                  </a:cubicBezTo>
                  <a:lnTo>
                    <a:pt x="5060061" y="269240"/>
                  </a:lnTo>
                  <a:lnTo>
                    <a:pt x="5085461" y="269240"/>
                  </a:lnTo>
                  <a:lnTo>
                    <a:pt x="5085461" y="3420872"/>
                  </a:lnTo>
                  <a:lnTo>
                    <a:pt x="5060061" y="3420872"/>
                  </a:lnTo>
                  <a:lnTo>
                    <a:pt x="5085461" y="3420872"/>
                  </a:lnTo>
                  <a:cubicBezTo>
                    <a:pt x="5085461" y="3569716"/>
                    <a:pt x="4964430" y="3690112"/>
                    <a:pt x="4815332" y="3690112"/>
                  </a:cubicBezTo>
                  <a:lnTo>
                    <a:pt x="4815332" y="3664712"/>
                  </a:lnTo>
                  <a:lnTo>
                    <a:pt x="4815332" y="3690112"/>
                  </a:lnTo>
                  <a:lnTo>
                    <a:pt x="270129" y="3690112"/>
                  </a:lnTo>
                  <a:lnTo>
                    <a:pt x="270129" y="3664712"/>
                  </a:lnTo>
                  <a:lnTo>
                    <a:pt x="270129" y="3690112"/>
                  </a:lnTo>
                  <a:cubicBezTo>
                    <a:pt x="121031" y="3690112"/>
                    <a:pt x="0" y="3569716"/>
                    <a:pt x="0" y="3420872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3420872"/>
                  </a:lnTo>
                  <a:lnTo>
                    <a:pt x="25400" y="3420872"/>
                  </a:lnTo>
                  <a:lnTo>
                    <a:pt x="50800" y="3420872"/>
                  </a:lnTo>
                  <a:cubicBezTo>
                    <a:pt x="50800" y="3541395"/>
                    <a:pt x="148971" y="3639312"/>
                    <a:pt x="270129" y="3639312"/>
                  </a:cubicBezTo>
                  <a:lnTo>
                    <a:pt x="4815332" y="3639312"/>
                  </a:lnTo>
                  <a:cubicBezTo>
                    <a:pt x="4936617" y="3639312"/>
                    <a:pt x="5034661" y="3541395"/>
                    <a:pt x="5034661" y="3420872"/>
                  </a:cubicBezTo>
                  <a:lnTo>
                    <a:pt x="5034661" y="269240"/>
                  </a:lnTo>
                  <a:cubicBezTo>
                    <a:pt x="5034661" y="148717"/>
                    <a:pt x="4936490" y="50800"/>
                    <a:pt x="4815332" y="50800"/>
                  </a:cubicBezTo>
                  <a:lnTo>
                    <a:pt x="270129" y="50800"/>
                  </a:lnTo>
                  <a:lnTo>
                    <a:pt x="270129" y="25400"/>
                  </a:lnTo>
                  <a:lnTo>
                    <a:pt x="270129" y="50800"/>
                  </a:lnTo>
                  <a:cubicBezTo>
                    <a:pt x="148971" y="50800"/>
                    <a:pt x="50800" y="148717"/>
                    <a:pt x="50800" y="269240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13506602" y="5935113"/>
            <a:ext cx="152400" cy="2729503"/>
            <a:chOff x="0" y="0"/>
            <a:chExt cx="203200" cy="3639337"/>
          </a:xfrm>
        </p:grpSpPr>
        <p:sp>
          <p:nvSpPr>
            <p:cNvPr name="Freeform 62" id="62" descr="preencoded.png"/>
            <p:cNvSpPr/>
            <p:nvPr/>
          </p:nvSpPr>
          <p:spPr>
            <a:xfrm flipH="false" flipV="false" rot="0">
              <a:off x="0" y="0"/>
              <a:ext cx="203200" cy="3639312"/>
            </a:xfrm>
            <a:custGeom>
              <a:avLst/>
              <a:gdLst/>
              <a:ahLst/>
              <a:cxnLst/>
              <a:rect r="r" b="b" t="t" l="l"/>
              <a:pathLst>
                <a:path h="3639312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3639312"/>
                  </a:lnTo>
                  <a:lnTo>
                    <a:pt x="0" y="36393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76" r="0" b="-77"/>
              </a:stretch>
            </a:blipFill>
          </p:spPr>
        </p:sp>
      </p:grpSp>
      <p:sp>
        <p:nvSpPr>
          <p:cNvPr name="TextBox 63" id="63"/>
          <p:cNvSpPr txBox="true"/>
          <p:nvPr/>
        </p:nvSpPr>
        <p:spPr>
          <a:xfrm rot="0">
            <a:off x="13976147" y="6233217"/>
            <a:ext cx="3027464" cy="953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874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🔐</a:t>
            </a:r>
            <a:r>
              <a:rPr lang="en-US" sz="2874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JWT + </a:t>
            </a:r>
            <a:r>
              <a:rPr lang="en-US" sz="2874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🔒</a:t>
            </a:r>
            <a:r>
              <a:rPr lang="en-US" sz="2874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bcrypt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3976147" y="7385447"/>
            <a:ext cx="3027464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187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Secure authentication and password hashing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960359" y="623145"/>
            <a:ext cx="6498864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74"/>
              </a:lnSpc>
            </a:pPr>
            <a:r>
              <a:rPr lang="en-US" sz="425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📱</a:t>
            </a:r>
            <a:r>
              <a:rPr lang="en-US" sz="4250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User Journey Map </a:t>
            </a:r>
            <a:r>
              <a:rPr lang="en-US" sz="425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🗺️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960359" y="1921036"/>
            <a:ext cx="1264770" cy="1517720"/>
            <a:chOff x="0" y="0"/>
            <a:chExt cx="1388072" cy="1665681"/>
          </a:xfrm>
        </p:grpSpPr>
        <p:sp>
          <p:nvSpPr>
            <p:cNvPr name="Freeform 8" id="8" descr="preencoded.png"/>
            <p:cNvSpPr/>
            <p:nvPr/>
          </p:nvSpPr>
          <p:spPr>
            <a:xfrm flipH="false" flipV="false" rot="0">
              <a:off x="0" y="0"/>
              <a:ext cx="1388110" cy="1665732"/>
            </a:xfrm>
            <a:custGeom>
              <a:avLst/>
              <a:gdLst/>
              <a:ahLst/>
              <a:cxnLst/>
              <a:rect r="r" b="b" t="t" l="l"/>
              <a:pathLst>
                <a:path h="1665732" w="1388110">
                  <a:moveTo>
                    <a:pt x="0" y="0"/>
                  </a:moveTo>
                  <a:lnTo>
                    <a:pt x="1388110" y="0"/>
                  </a:lnTo>
                  <a:lnTo>
                    <a:pt x="1388110" y="1665732"/>
                  </a:lnTo>
                  <a:lnTo>
                    <a:pt x="0" y="1665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76" r="2" b="-73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3410823" y="2145422"/>
            <a:ext cx="3320038" cy="455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65"/>
              </a:lnSpc>
            </a:pPr>
            <a:r>
              <a:rPr lang="en-US" sz="2581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🔐</a:t>
            </a:r>
            <a:r>
              <a:rPr lang="en-US" sz="2581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Login/Signup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410823" y="2673804"/>
            <a:ext cx="16004076" cy="3890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3"/>
              </a:lnSpc>
            </a:pPr>
            <a:r>
              <a:rPr lang="en-US" sz="1974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Authentication with avatar selection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960359" y="3438756"/>
            <a:ext cx="1264770" cy="1517720"/>
            <a:chOff x="0" y="0"/>
            <a:chExt cx="1388072" cy="1665681"/>
          </a:xfrm>
        </p:grpSpPr>
        <p:sp>
          <p:nvSpPr>
            <p:cNvPr name="Freeform 12" id="12" descr="preencoded.png"/>
            <p:cNvSpPr/>
            <p:nvPr/>
          </p:nvSpPr>
          <p:spPr>
            <a:xfrm flipH="false" flipV="false" rot="0">
              <a:off x="0" y="0"/>
              <a:ext cx="1388110" cy="1665732"/>
            </a:xfrm>
            <a:custGeom>
              <a:avLst/>
              <a:gdLst/>
              <a:ahLst/>
              <a:cxnLst/>
              <a:rect r="r" b="b" t="t" l="l"/>
              <a:pathLst>
                <a:path h="1665732" w="1388110">
                  <a:moveTo>
                    <a:pt x="0" y="0"/>
                  </a:moveTo>
                  <a:lnTo>
                    <a:pt x="1388110" y="0"/>
                  </a:lnTo>
                  <a:lnTo>
                    <a:pt x="1388110" y="1665732"/>
                  </a:lnTo>
                  <a:lnTo>
                    <a:pt x="0" y="1665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76" r="2" b="-73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3410823" y="3663142"/>
            <a:ext cx="3320038" cy="455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65"/>
              </a:lnSpc>
            </a:pPr>
            <a:r>
              <a:rPr lang="en-US" sz="2581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🎮</a:t>
            </a:r>
            <a:r>
              <a:rPr lang="en-US" sz="2581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Dashboard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410823" y="4191524"/>
            <a:ext cx="16004076" cy="3890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3"/>
              </a:lnSpc>
            </a:pPr>
            <a:r>
              <a:rPr lang="en-US" sz="1974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Main hub with stats and quests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960359" y="4956487"/>
            <a:ext cx="1264770" cy="1517720"/>
            <a:chOff x="0" y="0"/>
            <a:chExt cx="1388072" cy="1665681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1388110" cy="1665732"/>
            </a:xfrm>
            <a:custGeom>
              <a:avLst/>
              <a:gdLst/>
              <a:ahLst/>
              <a:cxnLst/>
              <a:rect r="r" b="b" t="t" l="l"/>
              <a:pathLst>
                <a:path h="1665732" w="1388110">
                  <a:moveTo>
                    <a:pt x="0" y="0"/>
                  </a:moveTo>
                  <a:lnTo>
                    <a:pt x="1388110" y="0"/>
                  </a:lnTo>
                  <a:lnTo>
                    <a:pt x="1388110" y="1665732"/>
                  </a:lnTo>
                  <a:lnTo>
                    <a:pt x="0" y="1665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76" r="2" b="-73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3410823" y="5180862"/>
            <a:ext cx="3320038" cy="455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65"/>
              </a:lnSpc>
            </a:pPr>
            <a:r>
              <a:rPr lang="en-US" sz="2581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📋</a:t>
            </a:r>
            <a:r>
              <a:rPr lang="en-US" sz="2581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Quests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410823" y="5709243"/>
            <a:ext cx="16004076" cy="3890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3"/>
              </a:lnSpc>
            </a:pPr>
            <a:r>
              <a:rPr lang="en-US" sz="1974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Manage and complete quests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960359" y="6474207"/>
            <a:ext cx="1264770" cy="1517720"/>
            <a:chOff x="0" y="0"/>
            <a:chExt cx="1388072" cy="1665681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388110" cy="1665732"/>
            </a:xfrm>
            <a:custGeom>
              <a:avLst/>
              <a:gdLst/>
              <a:ahLst/>
              <a:cxnLst/>
              <a:rect r="r" b="b" t="t" l="l"/>
              <a:pathLst>
                <a:path h="1665732" w="1388110">
                  <a:moveTo>
                    <a:pt x="0" y="0"/>
                  </a:moveTo>
                  <a:lnTo>
                    <a:pt x="1388110" y="0"/>
                  </a:lnTo>
                  <a:lnTo>
                    <a:pt x="1388110" y="1665732"/>
                  </a:lnTo>
                  <a:lnTo>
                    <a:pt x="0" y="1665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76" r="2" b="-73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3410823" y="6698581"/>
            <a:ext cx="3320038" cy="455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65"/>
              </a:lnSpc>
            </a:pPr>
            <a:r>
              <a:rPr lang="en-US" sz="2581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📄</a:t>
            </a:r>
            <a:r>
              <a:rPr lang="en-US" sz="2581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Chronicles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410823" y="7226974"/>
            <a:ext cx="16004076" cy="3890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3"/>
              </a:lnSpc>
            </a:pPr>
            <a:r>
              <a:rPr lang="en-US" sz="1974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Share stories and achievements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960359" y="7991926"/>
            <a:ext cx="1264770" cy="1517720"/>
            <a:chOff x="0" y="0"/>
            <a:chExt cx="1388072" cy="1665681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1388110" cy="1665732"/>
            </a:xfrm>
            <a:custGeom>
              <a:avLst/>
              <a:gdLst/>
              <a:ahLst/>
              <a:cxnLst/>
              <a:rect r="r" b="b" t="t" l="l"/>
              <a:pathLst>
                <a:path h="1665732" w="1388110">
                  <a:moveTo>
                    <a:pt x="0" y="0"/>
                  </a:moveTo>
                  <a:lnTo>
                    <a:pt x="1388110" y="0"/>
                  </a:lnTo>
                  <a:lnTo>
                    <a:pt x="1388110" y="1665732"/>
                  </a:lnTo>
                  <a:lnTo>
                    <a:pt x="0" y="1665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76" r="2" b="-73"/>
              </a:stretch>
            </a:blip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3410823" y="8216312"/>
            <a:ext cx="3320038" cy="455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65"/>
              </a:lnSpc>
            </a:pPr>
            <a:r>
              <a:rPr lang="en-US" sz="2581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🏆</a:t>
            </a:r>
            <a:r>
              <a:rPr lang="en-US" sz="2581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 Leaderboard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410823" y="8744694"/>
            <a:ext cx="16004076" cy="3890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3"/>
              </a:lnSpc>
            </a:pPr>
            <a:r>
              <a:rPr lang="en-US" sz="1974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Global rankings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30326" y="763934"/>
            <a:ext cx="8896350" cy="86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12"/>
              </a:lnSpc>
            </a:pPr>
            <a:r>
              <a:rPr lang="en-US" sz="5437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🏗️</a:t>
            </a:r>
            <a:r>
              <a:rPr lang="en-US" sz="5437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Project Architecture </a:t>
            </a:r>
            <a:r>
              <a:rPr lang="en-US" sz="5437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🏛️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5563" y="2081212"/>
            <a:ext cx="9578873" cy="4667841"/>
            <a:chOff x="0" y="0"/>
            <a:chExt cx="12771831" cy="622378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6350" y="6350"/>
              <a:ext cx="12759182" cy="6211062"/>
            </a:xfrm>
            <a:custGeom>
              <a:avLst/>
              <a:gdLst/>
              <a:ahLst/>
              <a:cxnLst/>
              <a:rect r="r" b="b" t="t" l="l"/>
              <a:pathLst>
                <a:path h="6211062" w="12759182">
                  <a:moveTo>
                    <a:pt x="0" y="148844"/>
                  </a:moveTo>
                  <a:cubicBezTo>
                    <a:pt x="0" y="66675"/>
                    <a:pt x="66675" y="0"/>
                    <a:pt x="149098" y="0"/>
                  </a:cubicBezTo>
                  <a:lnTo>
                    <a:pt x="12610084" y="0"/>
                  </a:lnTo>
                  <a:cubicBezTo>
                    <a:pt x="12692380" y="0"/>
                    <a:pt x="12759182" y="66675"/>
                    <a:pt x="12759182" y="148844"/>
                  </a:cubicBezTo>
                  <a:lnTo>
                    <a:pt x="12759182" y="6062218"/>
                  </a:lnTo>
                  <a:cubicBezTo>
                    <a:pt x="12759182" y="6144387"/>
                    <a:pt x="12692507" y="6211062"/>
                    <a:pt x="12610084" y="6211062"/>
                  </a:cubicBezTo>
                  <a:lnTo>
                    <a:pt x="149098" y="6211062"/>
                  </a:lnTo>
                  <a:cubicBezTo>
                    <a:pt x="66675" y="6211062"/>
                    <a:pt x="0" y="6144387"/>
                    <a:pt x="0" y="6062218"/>
                  </a:cubicBezTo>
                  <a:close/>
                </a:path>
              </a:pathLst>
            </a:custGeom>
            <a:solidFill>
              <a:srgbClr val="2F1D63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71882" cy="6223762"/>
            </a:xfrm>
            <a:custGeom>
              <a:avLst/>
              <a:gdLst/>
              <a:ahLst/>
              <a:cxnLst/>
              <a:rect r="r" b="b" t="t" l="l"/>
              <a:pathLst>
                <a:path h="6223762" w="12771882">
                  <a:moveTo>
                    <a:pt x="0" y="155194"/>
                  </a:moveTo>
                  <a:cubicBezTo>
                    <a:pt x="0" y="69469"/>
                    <a:pt x="69596" y="0"/>
                    <a:pt x="155448" y="0"/>
                  </a:cubicBezTo>
                  <a:lnTo>
                    <a:pt x="12616434" y="0"/>
                  </a:lnTo>
                  <a:lnTo>
                    <a:pt x="12616434" y="6350"/>
                  </a:lnTo>
                  <a:lnTo>
                    <a:pt x="12616434" y="0"/>
                  </a:lnTo>
                  <a:cubicBezTo>
                    <a:pt x="12702286" y="0"/>
                    <a:pt x="12771882" y="69469"/>
                    <a:pt x="12771882" y="155194"/>
                  </a:cubicBezTo>
                  <a:lnTo>
                    <a:pt x="12765532" y="155194"/>
                  </a:lnTo>
                  <a:lnTo>
                    <a:pt x="12771882" y="155194"/>
                  </a:lnTo>
                  <a:lnTo>
                    <a:pt x="12771882" y="6068568"/>
                  </a:lnTo>
                  <a:lnTo>
                    <a:pt x="12765532" y="6068568"/>
                  </a:lnTo>
                  <a:lnTo>
                    <a:pt x="12771882" y="6068568"/>
                  </a:lnTo>
                  <a:cubicBezTo>
                    <a:pt x="12771882" y="6154293"/>
                    <a:pt x="12702286" y="6223762"/>
                    <a:pt x="12616434" y="6223762"/>
                  </a:cubicBezTo>
                  <a:lnTo>
                    <a:pt x="12616434" y="6217412"/>
                  </a:lnTo>
                  <a:lnTo>
                    <a:pt x="12616434" y="6223762"/>
                  </a:lnTo>
                  <a:lnTo>
                    <a:pt x="155448" y="6223762"/>
                  </a:lnTo>
                  <a:lnTo>
                    <a:pt x="155448" y="6217412"/>
                  </a:lnTo>
                  <a:lnTo>
                    <a:pt x="155448" y="6223762"/>
                  </a:lnTo>
                  <a:cubicBezTo>
                    <a:pt x="69596" y="6223762"/>
                    <a:pt x="0" y="6154293"/>
                    <a:pt x="0" y="6068568"/>
                  </a:cubicBezTo>
                  <a:lnTo>
                    <a:pt x="0" y="155194"/>
                  </a:lnTo>
                  <a:lnTo>
                    <a:pt x="6350" y="155194"/>
                  </a:lnTo>
                  <a:lnTo>
                    <a:pt x="0" y="155194"/>
                  </a:lnTo>
                  <a:moveTo>
                    <a:pt x="12700" y="155194"/>
                  </a:moveTo>
                  <a:lnTo>
                    <a:pt x="12700" y="6068568"/>
                  </a:lnTo>
                  <a:lnTo>
                    <a:pt x="6350" y="6068568"/>
                  </a:lnTo>
                  <a:lnTo>
                    <a:pt x="12700" y="6068568"/>
                  </a:lnTo>
                  <a:cubicBezTo>
                    <a:pt x="12700" y="6147308"/>
                    <a:pt x="76581" y="6211062"/>
                    <a:pt x="155448" y="6211062"/>
                  </a:cubicBezTo>
                  <a:lnTo>
                    <a:pt x="12616434" y="6211062"/>
                  </a:lnTo>
                  <a:cubicBezTo>
                    <a:pt x="12695301" y="6211062"/>
                    <a:pt x="12759182" y="6147181"/>
                    <a:pt x="12759182" y="6068568"/>
                  </a:cubicBezTo>
                  <a:lnTo>
                    <a:pt x="12759182" y="155194"/>
                  </a:lnTo>
                  <a:cubicBezTo>
                    <a:pt x="12759182" y="76454"/>
                    <a:pt x="12695301" y="12700"/>
                    <a:pt x="12616434" y="12700"/>
                  </a:cubicBezTo>
                  <a:lnTo>
                    <a:pt x="155448" y="12700"/>
                  </a:lnTo>
                  <a:lnTo>
                    <a:pt x="155448" y="6350"/>
                  </a:lnTo>
                  <a:lnTo>
                    <a:pt x="155448" y="12700"/>
                  </a:lnTo>
                  <a:cubicBezTo>
                    <a:pt x="76581" y="12700"/>
                    <a:pt x="12700" y="76581"/>
                    <a:pt x="12700" y="155194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39851" y="2095500"/>
            <a:ext cx="4775149" cy="2731589"/>
            <a:chOff x="0" y="0"/>
            <a:chExt cx="6366866" cy="364211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66891" cy="3642106"/>
            </a:xfrm>
            <a:custGeom>
              <a:avLst/>
              <a:gdLst/>
              <a:ahLst/>
              <a:cxnLst/>
              <a:rect r="r" b="b" t="t" l="l"/>
              <a:pathLst>
                <a:path h="3642106" w="6366891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6218047" y="0"/>
                  </a:lnTo>
                  <a:cubicBezTo>
                    <a:pt x="6300216" y="0"/>
                    <a:pt x="6366891" y="66675"/>
                    <a:pt x="6366891" y="148844"/>
                  </a:cubicBezTo>
                  <a:lnTo>
                    <a:pt x="6366891" y="3493262"/>
                  </a:lnTo>
                  <a:cubicBezTo>
                    <a:pt x="6366891" y="3575431"/>
                    <a:pt x="6300216" y="3642106"/>
                    <a:pt x="6218047" y="3642106"/>
                  </a:cubicBezTo>
                  <a:lnTo>
                    <a:pt x="148844" y="3642106"/>
                  </a:lnTo>
                  <a:cubicBezTo>
                    <a:pt x="66675" y="3642106"/>
                    <a:pt x="0" y="3575431"/>
                    <a:pt x="0" y="3493262"/>
                  </a:cubicBezTo>
                  <a:close/>
                </a:path>
              </a:pathLst>
            </a:custGeom>
            <a:solidFill>
              <a:srgbClr val="2F1D6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188987" y="2325586"/>
            <a:ext cx="3488684" cy="455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Frontend Layer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88987" y="2853928"/>
            <a:ext cx="3903021" cy="1312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7"/>
              </a:lnSpc>
            </a:pPr>
            <a:r>
              <a:rPr lang="en-US" sz="2062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React components, state management, UI rendering, and user interactions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5715000" y="2095500"/>
            <a:ext cx="4775149" cy="2731589"/>
            <a:chOff x="0" y="0"/>
            <a:chExt cx="6366866" cy="364211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366891" cy="3642106"/>
            </a:xfrm>
            <a:custGeom>
              <a:avLst/>
              <a:gdLst/>
              <a:ahLst/>
              <a:cxnLst/>
              <a:rect r="r" b="b" t="t" l="l"/>
              <a:pathLst>
                <a:path h="3642106" w="6366891">
                  <a:moveTo>
                    <a:pt x="0" y="0"/>
                  </a:moveTo>
                  <a:lnTo>
                    <a:pt x="6366891" y="0"/>
                  </a:lnTo>
                  <a:lnTo>
                    <a:pt x="6366891" y="3642106"/>
                  </a:lnTo>
                  <a:lnTo>
                    <a:pt x="0" y="3642106"/>
                  </a:lnTo>
                  <a:close/>
                </a:path>
              </a:pathLst>
            </a:custGeom>
            <a:solidFill>
              <a:srgbClr val="2F1D63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5715000" y="2095500"/>
            <a:ext cx="28575" cy="2731589"/>
            <a:chOff x="0" y="0"/>
            <a:chExt cx="38100" cy="364211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8100" cy="3642106"/>
            </a:xfrm>
            <a:custGeom>
              <a:avLst/>
              <a:gdLst/>
              <a:ahLst/>
              <a:cxnLst/>
              <a:rect r="r" b="b" t="t" l="l"/>
              <a:pathLst>
                <a:path h="3642106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3623056"/>
                  </a:lnTo>
                  <a:cubicBezTo>
                    <a:pt x="38100" y="3633597"/>
                    <a:pt x="29591" y="3642106"/>
                    <a:pt x="19050" y="3642106"/>
                  </a:cubicBezTo>
                  <a:cubicBezTo>
                    <a:pt x="8509" y="3642106"/>
                    <a:pt x="0" y="3633597"/>
                    <a:pt x="0" y="3623056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6337992" y="2325586"/>
            <a:ext cx="3488684" cy="455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API Layer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337992" y="2853928"/>
            <a:ext cx="3903021" cy="1724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7"/>
              </a:lnSpc>
            </a:pPr>
            <a:r>
              <a:rPr lang="en-US" sz="2062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RESTful endpoints, JWT authentication, request validation, and data processing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5368528" y="3114751"/>
            <a:ext cx="693096" cy="693096"/>
            <a:chOff x="0" y="0"/>
            <a:chExt cx="924128" cy="92412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9050" y="19050"/>
              <a:ext cx="885952" cy="885952"/>
            </a:xfrm>
            <a:custGeom>
              <a:avLst/>
              <a:gdLst/>
              <a:ahLst/>
              <a:cxnLst/>
              <a:rect r="r" b="b" t="t" l="l"/>
              <a:pathLst>
                <a:path h="885952" w="885952">
                  <a:moveTo>
                    <a:pt x="0" y="148844"/>
                  </a:moveTo>
                  <a:cubicBezTo>
                    <a:pt x="0" y="66675"/>
                    <a:pt x="66675" y="0"/>
                    <a:pt x="148844" y="0"/>
                  </a:cubicBezTo>
                  <a:lnTo>
                    <a:pt x="737108" y="0"/>
                  </a:lnTo>
                  <a:cubicBezTo>
                    <a:pt x="819277" y="0"/>
                    <a:pt x="885952" y="66675"/>
                    <a:pt x="885952" y="148844"/>
                  </a:cubicBezTo>
                  <a:lnTo>
                    <a:pt x="885952" y="737108"/>
                  </a:lnTo>
                  <a:cubicBezTo>
                    <a:pt x="885952" y="819277"/>
                    <a:pt x="819277" y="885952"/>
                    <a:pt x="737108" y="885952"/>
                  </a:cubicBezTo>
                  <a:lnTo>
                    <a:pt x="148844" y="885952"/>
                  </a:lnTo>
                  <a:cubicBezTo>
                    <a:pt x="66675" y="886079"/>
                    <a:pt x="0" y="819404"/>
                    <a:pt x="0" y="737108"/>
                  </a:cubicBez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24052" cy="924052"/>
            </a:xfrm>
            <a:custGeom>
              <a:avLst/>
              <a:gdLst/>
              <a:ahLst/>
              <a:cxnLst/>
              <a:rect r="r" b="b" t="t" l="l"/>
              <a:pathLst>
                <a:path h="924052" w="924052">
                  <a:moveTo>
                    <a:pt x="0" y="167894"/>
                  </a:moveTo>
                  <a:cubicBezTo>
                    <a:pt x="0" y="75184"/>
                    <a:pt x="75184" y="0"/>
                    <a:pt x="167894" y="0"/>
                  </a:cubicBezTo>
                  <a:lnTo>
                    <a:pt x="756158" y="0"/>
                  </a:lnTo>
                  <a:lnTo>
                    <a:pt x="756158" y="19050"/>
                  </a:lnTo>
                  <a:lnTo>
                    <a:pt x="756158" y="0"/>
                  </a:lnTo>
                  <a:lnTo>
                    <a:pt x="756158" y="19050"/>
                  </a:lnTo>
                  <a:lnTo>
                    <a:pt x="756158" y="0"/>
                  </a:lnTo>
                  <a:cubicBezTo>
                    <a:pt x="848868" y="0"/>
                    <a:pt x="924052" y="75184"/>
                    <a:pt x="924052" y="167894"/>
                  </a:cubicBezTo>
                  <a:lnTo>
                    <a:pt x="924052" y="756158"/>
                  </a:lnTo>
                  <a:lnTo>
                    <a:pt x="905002" y="756158"/>
                  </a:lnTo>
                  <a:lnTo>
                    <a:pt x="924052" y="756158"/>
                  </a:lnTo>
                  <a:cubicBezTo>
                    <a:pt x="924052" y="848868"/>
                    <a:pt x="848868" y="924052"/>
                    <a:pt x="756158" y="924052"/>
                  </a:cubicBezTo>
                  <a:lnTo>
                    <a:pt x="756158" y="905002"/>
                  </a:lnTo>
                  <a:lnTo>
                    <a:pt x="756158" y="924052"/>
                  </a:lnTo>
                  <a:lnTo>
                    <a:pt x="167894" y="924052"/>
                  </a:lnTo>
                  <a:lnTo>
                    <a:pt x="167894" y="905002"/>
                  </a:lnTo>
                  <a:lnTo>
                    <a:pt x="167894" y="924052"/>
                  </a:lnTo>
                  <a:cubicBezTo>
                    <a:pt x="75184" y="924179"/>
                    <a:pt x="0" y="848995"/>
                    <a:pt x="0" y="756158"/>
                  </a:cubicBezTo>
                  <a:lnTo>
                    <a:pt x="0" y="167894"/>
                  </a:lnTo>
                  <a:lnTo>
                    <a:pt x="19050" y="167894"/>
                  </a:lnTo>
                  <a:lnTo>
                    <a:pt x="0" y="167894"/>
                  </a:lnTo>
                  <a:moveTo>
                    <a:pt x="38100" y="167894"/>
                  </a:moveTo>
                  <a:lnTo>
                    <a:pt x="38100" y="756158"/>
                  </a:lnTo>
                  <a:lnTo>
                    <a:pt x="19050" y="756158"/>
                  </a:lnTo>
                  <a:lnTo>
                    <a:pt x="38100" y="756158"/>
                  </a:lnTo>
                  <a:cubicBezTo>
                    <a:pt x="38100" y="827786"/>
                    <a:pt x="96266" y="885952"/>
                    <a:pt x="167894" y="885952"/>
                  </a:cubicBezTo>
                  <a:lnTo>
                    <a:pt x="756158" y="885952"/>
                  </a:lnTo>
                  <a:cubicBezTo>
                    <a:pt x="827786" y="885952"/>
                    <a:pt x="885952" y="827786"/>
                    <a:pt x="885952" y="756158"/>
                  </a:cubicBezTo>
                  <a:lnTo>
                    <a:pt x="885952" y="167894"/>
                  </a:lnTo>
                  <a:lnTo>
                    <a:pt x="905002" y="167894"/>
                  </a:lnTo>
                  <a:lnTo>
                    <a:pt x="885952" y="167894"/>
                  </a:lnTo>
                  <a:cubicBezTo>
                    <a:pt x="886079" y="96266"/>
                    <a:pt x="827913" y="38100"/>
                    <a:pt x="756158" y="38100"/>
                  </a:cubicBezTo>
                  <a:lnTo>
                    <a:pt x="167894" y="38100"/>
                  </a:lnTo>
                  <a:lnTo>
                    <a:pt x="167894" y="19050"/>
                  </a:lnTo>
                  <a:lnTo>
                    <a:pt x="167894" y="38100"/>
                  </a:lnTo>
                  <a:cubicBezTo>
                    <a:pt x="96266" y="38100"/>
                    <a:pt x="38100" y="96266"/>
                    <a:pt x="38100" y="167894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sp>
        <p:nvSpPr>
          <p:cNvPr name="Freeform 25" id="25" descr="preencoded.png"/>
          <p:cNvSpPr/>
          <p:nvPr/>
        </p:nvSpPr>
        <p:spPr>
          <a:xfrm flipH="false" flipV="false" rot="0">
            <a:off x="5548903" y="3295126"/>
            <a:ext cx="332184" cy="332184"/>
          </a:xfrm>
          <a:custGeom>
            <a:avLst/>
            <a:gdLst/>
            <a:ahLst/>
            <a:cxnLst/>
            <a:rect r="r" b="b" t="t" l="l"/>
            <a:pathLst>
              <a:path h="332184" w="332184">
                <a:moveTo>
                  <a:pt x="0" y="0"/>
                </a:moveTo>
                <a:lnTo>
                  <a:pt x="332184" y="0"/>
                </a:lnTo>
                <a:lnTo>
                  <a:pt x="332184" y="332184"/>
                </a:lnTo>
                <a:lnTo>
                  <a:pt x="0" y="33218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7142" t="0" r="-7142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939851" y="4827089"/>
            <a:ext cx="9550298" cy="1907677"/>
            <a:chOff x="0" y="0"/>
            <a:chExt cx="12733731" cy="254356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733782" cy="2543556"/>
            </a:xfrm>
            <a:custGeom>
              <a:avLst/>
              <a:gdLst/>
              <a:ahLst/>
              <a:cxnLst/>
              <a:rect r="r" b="b" t="t" l="l"/>
              <a:pathLst>
                <a:path h="2543556" w="12733782">
                  <a:moveTo>
                    <a:pt x="0" y="0"/>
                  </a:moveTo>
                  <a:lnTo>
                    <a:pt x="12733782" y="0"/>
                  </a:lnTo>
                  <a:lnTo>
                    <a:pt x="12733782" y="2543556"/>
                  </a:lnTo>
                  <a:lnTo>
                    <a:pt x="0" y="2543556"/>
                  </a:lnTo>
                  <a:close/>
                </a:path>
              </a:pathLst>
            </a:custGeom>
            <a:solidFill>
              <a:srgbClr val="2F1D63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39851" y="4827089"/>
            <a:ext cx="9550298" cy="28575"/>
            <a:chOff x="0" y="0"/>
            <a:chExt cx="12733731" cy="381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2733782" cy="38100"/>
            </a:xfrm>
            <a:custGeom>
              <a:avLst/>
              <a:gdLst/>
              <a:ahLst/>
              <a:cxnLst/>
              <a:rect r="r" b="b" t="t" l="l"/>
              <a:pathLst>
                <a:path h="38100" w="12733782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2714732" y="0"/>
                  </a:lnTo>
                  <a:cubicBezTo>
                    <a:pt x="12725273" y="0"/>
                    <a:pt x="12733782" y="8509"/>
                    <a:pt x="12733782" y="19050"/>
                  </a:cubicBezTo>
                  <a:cubicBezTo>
                    <a:pt x="12733782" y="29591"/>
                    <a:pt x="12725273" y="38100"/>
                    <a:pt x="12714732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188987" y="5057184"/>
            <a:ext cx="3488684" cy="455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Database Layer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88987" y="5585517"/>
            <a:ext cx="8678170" cy="9001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7"/>
              </a:lnSpc>
            </a:pPr>
            <a:r>
              <a:rPr lang="en-US" sz="2062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MongoDB collections, document storage, indexing, and query optimization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30326" y="7254631"/>
            <a:ext cx="4071347" cy="474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🔌</a:t>
            </a:r>
            <a:r>
              <a:rPr lang="en-US" sz="2687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RESTful API Structure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30326" y="7901730"/>
            <a:ext cx="4460529" cy="14864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1051" indent="-155525" lvl="1">
              <a:lnSpc>
                <a:spcPts val="3187"/>
              </a:lnSpc>
              <a:buFont typeface="Arial"/>
              <a:buChar char="•"/>
            </a:pPr>
            <a:r>
              <a:rPr lang="en-US" sz="2062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JWT authentication flow</a:t>
            </a:r>
          </a:p>
          <a:p>
            <a:pPr algn="l" marL="311051" indent="-155525" lvl="1">
              <a:lnSpc>
                <a:spcPts val="3187"/>
              </a:lnSpc>
              <a:buFont typeface="Arial"/>
              <a:buChar char="•"/>
            </a:pPr>
            <a:r>
              <a:rPr lang="en-US" sz="2062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Real-time data updates </a:t>
            </a:r>
            <a:r>
              <a:rPr lang="en-US" sz="2062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🔄</a:t>
            </a:r>
          </a:p>
          <a:p>
            <a:pPr algn="l" marL="311051" indent="-155525" lvl="1">
              <a:lnSpc>
                <a:spcPts val="3187"/>
              </a:lnSpc>
              <a:buFont typeface="Arial"/>
              <a:buChar char="•"/>
            </a:pPr>
            <a:r>
              <a:rPr lang="en-US" sz="2062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Secure endpoint validation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048670" y="7254631"/>
            <a:ext cx="3488684" cy="474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📊</a:t>
            </a:r>
            <a:r>
              <a:rPr lang="en-US" sz="2687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Data Flow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048670" y="7901730"/>
            <a:ext cx="4460529" cy="14864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1051" indent="-155525" lvl="1">
              <a:lnSpc>
                <a:spcPts val="3187"/>
              </a:lnSpc>
              <a:buFont typeface="Arial"/>
              <a:buChar char="•"/>
            </a:pPr>
            <a:r>
              <a:rPr lang="en-US" sz="2062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User actions trigger API calls</a:t>
            </a:r>
          </a:p>
          <a:p>
            <a:pPr algn="l" marL="311051" indent="-155525" lvl="1">
              <a:lnSpc>
                <a:spcPts val="3187"/>
              </a:lnSpc>
              <a:buFont typeface="Arial"/>
              <a:buChar char="•"/>
            </a:pPr>
            <a:r>
              <a:rPr lang="en-US" sz="2062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Database updates in real-time</a:t>
            </a:r>
          </a:p>
          <a:p>
            <a:pPr algn="l" marL="311051" indent="-155525" lvl="1">
              <a:lnSpc>
                <a:spcPts val="3187"/>
              </a:lnSpc>
              <a:buFont typeface="Arial"/>
              <a:buChar char="•"/>
            </a:pPr>
            <a:r>
              <a:rPr lang="en-US" sz="2062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UI refresh with animations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61282" y="775840"/>
            <a:ext cx="10711758" cy="884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62"/>
              </a:lnSpc>
            </a:pPr>
            <a:r>
              <a:rPr lang="en-US" sz="5625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Core Functionality Deep Dive 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61282" y="2275884"/>
            <a:ext cx="2766117" cy="2766117"/>
            <a:chOff x="0" y="0"/>
            <a:chExt cx="3688156" cy="3688156"/>
          </a:xfrm>
        </p:grpSpPr>
        <p:sp>
          <p:nvSpPr>
            <p:cNvPr name="Freeform 8" id="8" descr="preencoded.png"/>
            <p:cNvSpPr/>
            <p:nvPr/>
          </p:nvSpPr>
          <p:spPr>
            <a:xfrm flipH="false" flipV="false" rot="0">
              <a:off x="0" y="0"/>
              <a:ext cx="3688207" cy="3688207"/>
            </a:xfrm>
            <a:custGeom>
              <a:avLst/>
              <a:gdLst/>
              <a:ahLst/>
              <a:cxnLst/>
              <a:rect r="r" b="b" t="t" l="l"/>
              <a:pathLst>
                <a:path h="3688207" w="3688207">
                  <a:moveTo>
                    <a:pt x="0" y="0"/>
                  </a:moveTo>
                  <a:lnTo>
                    <a:pt x="3688207" y="0"/>
                  </a:lnTo>
                  <a:lnTo>
                    <a:pt x="3688207" y="3688207"/>
                  </a:lnTo>
                  <a:lnTo>
                    <a:pt x="0" y="3688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1" b="1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635243" y="5388596"/>
            <a:ext cx="4494072" cy="43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812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XP System Calculation </a:t>
            </a:r>
            <a:r>
              <a:rPr lang="en-US" sz="2812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📈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61282" y="5927379"/>
            <a:ext cx="3841994" cy="3104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1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Dynamic XP calculations based on quest difficulty, completion time, and skill bonuses. 50-level progression with tiered boosts (0% to 25%) at milestone levels.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135766" y="2275884"/>
            <a:ext cx="2766117" cy="2766117"/>
            <a:chOff x="0" y="0"/>
            <a:chExt cx="3688156" cy="3688156"/>
          </a:xfrm>
        </p:grpSpPr>
        <p:sp>
          <p:nvSpPr>
            <p:cNvPr name="Freeform 12" id="12" descr="preencoded.png"/>
            <p:cNvSpPr/>
            <p:nvPr/>
          </p:nvSpPr>
          <p:spPr>
            <a:xfrm flipH="false" flipV="false" rot="0">
              <a:off x="0" y="0"/>
              <a:ext cx="3688207" cy="3688207"/>
            </a:xfrm>
            <a:custGeom>
              <a:avLst/>
              <a:gdLst/>
              <a:ahLst/>
              <a:cxnLst/>
              <a:rect r="r" b="b" t="t" l="l"/>
              <a:pathLst>
                <a:path h="3688207" w="3688207">
                  <a:moveTo>
                    <a:pt x="0" y="0"/>
                  </a:moveTo>
                  <a:lnTo>
                    <a:pt x="3688207" y="0"/>
                  </a:lnTo>
                  <a:lnTo>
                    <a:pt x="3688207" y="3688207"/>
                  </a:lnTo>
                  <a:lnTo>
                    <a:pt x="0" y="3688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1" b="1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5135766" y="5364956"/>
            <a:ext cx="3605060" cy="479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812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Quest Pool Engine </a:t>
            </a:r>
            <a:r>
              <a:rPr lang="en-US" sz="2812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📋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135766" y="5927379"/>
            <a:ext cx="3841994" cy="2672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1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Smart algorithm selects 5 daily quests from 25 curated options using date-based seeding. Main quests track long-term goals with skill-based rewards.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10240" y="2275884"/>
            <a:ext cx="2766117" cy="2766117"/>
            <a:chOff x="0" y="0"/>
            <a:chExt cx="3688156" cy="3688156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3688207" cy="3688207"/>
            </a:xfrm>
            <a:custGeom>
              <a:avLst/>
              <a:gdLst/>
              <a:ahLst/>
              <a:cxnLst/>
              <a:rect r="r" b="b" t="t" l="l"/>
              <a:pathLst>
                <a:path h="3688207" w="3688207">
                  <a:moveTo>
                    <a:pt x="0" y="0"/>
                  </a:moveTo>
                  <a:lnTo>
                    <a:pt x="3688207" y="0"/>
                  </a:lnTo>
                  <a:lnTo>
                    <a:pt x="3688207" y="3688207"/>
                  </a:lnTo>
                  <a:lnTo>
                    <a:pt x="0" y="3688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1" b="1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9310240" y="5364956"/>
            <a:ext cx="3605060" cy="479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812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Mage Guide AI </a:t>
            </a:r>
            <a:r>
              <a:rPr lang="en-US" sz="2812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🧙‍♂️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310240" y="5927379"/>
            <a:ext cx="3841994" cy="2239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1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Contextual tips and interactive companion provides guidance throughout user journey with adaptive suggestions.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3484723" y="2275884"/>
            <a:ext cx="2766117" cy="2766117"/>
            <a:chOff x="0" y="0"/>
            <a:chExt cx="3688156" cy="3688156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3688207" cy="3688207"/>
            </a:xfrm>
            <a:custGeom>
              <a:avLst/>
              <a:gdLst/>
              <a:ahLst/>
              <a:cxnLst/>
              <a:rect r="r" b="b" t="t" l="l"/>
              <a:pathLst>
                <a:path h="3688207" w="3688207">
                  <a:moveTo>
                    <a:pt x="0" y="0"/>
                  </a:moveTo>
                  <a:lnTo>
                    <a:pt x="3688207" y="0"/>
                  </a:lnTo>
                  <a:lnTo>
                    <a:pt x="3688207" y="3688207"/>
                  </a:lnTo>
                  <a:lnTo>
                    <a:pt x="0" y="3688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1" b="1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3484723" y="5364956"/>
            <a:ext cx="3774577" cy="43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812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Chronicles System </a:t>
            </a:r>
            <a:r>
              <a:rPr lang="en-US" sz="2812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📄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484723" y="5927379"/>
            <a:ext cx="3841994" cy="2239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125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Advanced WYSIWYG editor with 16:9 cropping, perfect pixel-perfect images, likes, comments with replies, and quest achievement sharing.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38" y="1026909"/>
            <a:ext cx="11204291" cy="928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12"/>
              </a:lnSpc>
            </a:pPr>
            <a:r>
              <a:rPr lang="en-US" sz="5812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🎨</a:t>
            </a:r>
            <a:r>
              <a:rPr lang="en-US" sz="5812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UI/UX Design Philosophy </a:t>
            </a:r>
            <a:r>
              <a:rPr lang="en-US" sz="5812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🌙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87476" y="2866730"/>
            <a:ext cx="647405" cy="647405"/>
            <a:chOff x="0" y="0"/>
            <a:chExt cx="863206" cy="86320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6350" y="6350"/>
              <a:ext cx="850519" cy="850519"/>
            </a:xfrm>
            <a:custGeom>
              <a:avLst/>
              <a:gdLst/>
              <a:ahLst/>
              <a:cxnLst/>
              <a:rect r="r" b="b" t="t" l="l"/>
              <a:pathLst>
                <a:path h="850519" w="850519">
                  <a:moveTo>
                    <a:pt x="0" y="158750"/>
                  </a:moveTo>
                  <a:cubicBezTo>
                    <a:pt x="0" y="71120"/>
                    <a:pt x="71120" y="0"/>
                    <a:pt x="158750" y="0"/>
                  </a:cubicBezTo>
                  <a:lnTo>
                    <a:pt x="691769" y="0"/>
                  </a:lnTo>
                  <a:cubicBezTo>
                    <a:pt x="779399" y="0"/>
                    <a:pt x="850519" y="71120"/>
                    <a:pt x="850519" y="158750"/>
                  </a:cubicBezTo>
                  <a:lnTo>
                    <a:pt x="850519" y="691769"/>
                  </a:lnTo>
                  <a:cubicBezTo>
                    <a:pt x="850519" y="779399"/>
                    <a:pt x="779399" y="850519"/>
                    <a:pt x="691769" y="850519"/>
                  </a:cubicBezTo>
                  <a:lnTo>
                    <a:pt x="158750" y="850519"/>
                  </a:lnTo>
                  <a:cubicBezTo>
                    <a:pt x="71120" y="850519"/>
                    <a:pt x="0" y="779399"/>
                    <a:pt x="0" y="691769"/>
                  </a:cubicBezTo>
                  <a:close/>
                </a:path>
              </a:pathLst>
            </a:custGeom>
            <a:solidFill>
              <a:srgbClr val="2F1D63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63219" cy="863219"/>
            </a:xfrm>
            <a:custGeom>
              <a:avLst/>
              <a:gdLst/>
              <a:ahLst/>
              <a:cxnLst/>
              <a:rect r="r" b="b" t="t" l="l"/>
              <a:pathLst>
                <a:path h="863219" w="863219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698119" y="0"/>
                  </a:lnTo>
                  <a:lnTo>
                    <a:pt x="698119" y="6350"/>
                  </a:lnTo>
                  <a:lnTo>
                    <a:pt x="698119" y="0"/>
                  </a:lnTo>
                  <a:lnTo>
                    <a:pt x="698119" y="6350"/>
                  </a:lnTo>
                  <a:lnTo>
                    <a:pt x="698119" y="0"/>
                  </a:lnTo>
                  <a:cubicBezTo>
                    <a:pt x="789305" y="0"/>
                    <a:pt x="863219" y="73914"/>
                    <a:pt x="863219" y="165100"/>
                  </a:cubicBezTo>
                  <a:lnTo>
                    <a:pt x="856869" y="165100"/>
                  </a:lnTo>
                  <a:lnTo>
                    <a:pt x="863219" y="165100"/>
                  </a:lnTo>
                  <a:lnTo>
                    <a:pt x="863219" y="698119"/>
                  </a:lnTo>
                  <a:lnTo>
                    <a:pt x="856869" y="698119"/>
                  </a:lnTo>
                  <a:lnTo>
                    <a:pt x="863219" y="698119"/>
                  </a:lnTo>
                  <a:cubicBezTo>
                    <a:pt x="863219" y="789305"/>
                    <a:pt x="789305" y="863219"/>
                    <a:pt x="698119" y="863219"/>
                  </a:cubicBezTo>
                  <a:lnTo>
                    <a:pt x="698119" y="856869"/>
                  </a:lnTo>
                  <a:lnTo>
                    <a:pt x="698119" y="863219"/>
                  </a:lnTo>
                  <a:lnTo>
                    <a:pt x="165100" y="863219"/>
                  </a:lnTo>
                  <a:lnTo>
                    <a:pt x="165100" y="856869"/>
                  </a:lnTo>
                  <a:lnTo>
                    <a:pt x="165100" y="863219"/>
                  </a:lnTo>
                  <a:cubicBezTo>
                    <a:pt x="73914" y="863219"/>
                    <a:pt x="0" y="789305"/>
                    <a:pt x="0" y="698119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698119"/>
                  </a:lnTo>
                  <a:lnTo>
                    <a:pt x="6350" y="698119"/>
                  </a:lnTo>
                  <a:lnTo>
                    <a:pt x="12700" y="698119"/>
                  </a:lnTo>
                  <a:cubicBezTo>
                    <a:pt x="12700" y="782320"/>
                    <a:pt x="80899" y="850519"/>
                    <a:pt x="165100" y="850519"/>
                  </a:cubicBezTo>
                  <a:lnTo>
                    <a:pt x="698119" y="850519"/>
                  </a:lnTo>
                  <a:cubicBezTo>
                    <a:pt x="782320" y="850519"/>
                    <a:pt x="850519" y="782320"/>
                    <a:pt x="850519" y="698119"/>
                  </a:cubicBezTo>
                  <a:lnTo>
                    <a:pt x="850519" y="165100"/>
                  </a:lnTo>
                  <a:cubicBezTo>
                    <a:pt x="850519" y="80899"/>
                    <a:pt x="782320" y="12700"/>
                    <a:pt x="698119" y="12700"/>
                  </a:cubicBezTo>
                  <a:lnTo>
                    <a:pt x="165100" y="12700"/>
                  </a:lnTo>
                  <a:lnTo>
                    <a:pt x="165100" y="6350"/>
                  </a:lnTo>
                  <a:lnTo>
                    <a:pt x="165100" y="12700"/>
                  </a:lnTo>
                  <a:cubicBezTo>
                    <a:pt x="80899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913630" y="2940253"/>
            <a:ext cx="3654028" cy="9777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Dark Gaming Theme </a:t>
            </a:r>
            <a:r>
              <a:rPr lang="en-US" sz="2874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🌙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913630" y="4115838"/>
            <a:ext cx="3654028" cy="2353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Immersive cyberpunk aesthetics with neon purple, pink, and blue accents throughout the interface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917254" y="2866730"/>
            <a:ext cx="647405" cy="647405"/>
            <a:chOff x="0" y="0"/>
            <a:chExt cx="863206" cy="86320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" y="6350"/>
              <a:ext cx="850519" cy="850519"/>
            </a:xfrm>
            <a:custGeom>
              <a:avLst/>
              <a:gdLst/>
              <a:ahLst/>
              <a:cxnLst/>
              <a:rect r="r" b="b" t="t" l="l"/>
              <a:pathLst>
                <a:path h="850519" w="850519">
                  <a:moveTo>
                    <a:pt x="0" y="158750"/>
                  </a:moveTo>
                  <a:cubicBezTo>
                    <a:pt x="0" y="71120"/>
                    <a:pt x="71120" y="0"/>
                    <a:pt x="158750" y="0"/>
                  </a:cubicBezTo>
                  <a:lnTo>
                    <a:pt x="691769" y="0"/>
                  </a:lnTo>
                  <a:cubicBezTo>
                    <a:pt x="779399" y="0"/>
                    <a:pt x="850519" y="71120"/>
                    <a:pt x="850519" y="158750"/>
                  </a:cubicBezTo>
                  <a:lnTo>
                    <a:pt x="850519" y="691769"/>
                  </a:lnTo>
                  <a:cubicBezTo>
                    <a:pt x="850519" y="779399"/>
                    <a:pt x="779399" y="850519"/>
                    <a:pt x="691769" y="850519"/>
                  </a:cubicBezTo>
                  <a:lnTo>
                    <a:pt x="158750" y="850519"/>
                  </a:lnTo>
                  <a:cubicBezTo>
                    <a:pt x="71120" y="850519"/>
                    <a:pt x="0" y="779399"/>
                    <a:pt x="0" y="691769"/>
                  </a:cubicBezTo>
                  <a:close/>
                </a:path>
              </a:pathLst>
            </a:custGeom>
            <a:solidFill>
              <a:srgbClr val="2F1D63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63219" cy="863219"/>
            </a:xfrm>
            <a:custGeom>
              <a:avLst/>
              <a:gdLst/>
              <a:ahLst/>
              <a:cxnLst/>
              <a:rect r="r" b="b" t="t" l="l"/>
              <a:pathLst>
                <a:path h="863219" w="863219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698119" y="0"/>
                  </a:lnTo>
                  <a:lnTo>
                    <a:pt x="698119" y="6350"/>
                  </a:lnTo>
                  <a:lnTo>
                    <a:pt x="698119" y="0"/>
                  </a:lnTo>
                  <a:lnTo>
                    <a:pt x="698119" y="6350"/>
                  </a:lnTo>
                  <a:lnTo>
                    <a:pt x="698119" y="0"/>
                  </a:lnTo>
                  <a:cubicBezTo>
                    <a:pt x="789305" y="0"/>
                    <a:pt x="863219" y="73914"/>
                    <a:pt x="863219" y="165100"/>
                  </a:cubicBezTo>
                  <a:lnTo>
                    <a:pt x="856869" y="165100"/>
                  </a:lnTo>
                  <a:lnTo>
                    <a:pt x="863219" y="165100"/>
                  </a:lnTo>
                  <a:lnTo>
                    <a:pt x="863219" y="698119"/>
                  </a:lnTo>
                  <a:lnTo>
                    <a:pt x="856869" y="698119"/>
                  </a:lnTo>
                  <a:lnTo>
                    <a:pt x="863219" y="698119"/>
                  </a:lnTo>
                  <a:cubicBezTo>
                    <a:pt x="863219" y="789305"/>
                    <a:pt x="789305" y="863219"/>
                    <a:pt x="698119" y="863219"/>
                  </a:cubicBezTo>
                  <a:lnTo>
                    <a:pt x="698119" y="856869"/>
                  </a:lnTo>
                  <a:lnTo>
                    <a:pt x="698119" y="863219"/>
                  </a:lnTo>
                  <a:lnTo>
                    <a:pt x="165100" y="863219"/>
                  </a:lnTo>
                  <a:lnTo>
                    <a:pt x="165100" y="856869"/>
                  </a:lnTo>
                  <a:lnTo>
                    <a:pt x="165100" y="863219"/>
                  </a:lnTo>
                  <a:cubicBezTo>
                    <a:pt x="73914" y="863219"/>
                    <a:pt x="0" y="789305"/>
                    <a:pt x="0" y="698119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698119"/>
                  </a:lnTo>
                  <a:lnTo>
                    <a:pt x="6350" y="698119"/>
                  </a:lnTo>
                  <a:lnTo>
                    <a:pt x="12700" y="698119"/>
                  </a:lnTo>
                  <a:cubicBezTo>
                    <a:pt x="12700" y="782320"/>
                    <a:pt x="80899" y="850519"/>
                    <a:pt x="165100" y="850519"/>
                  </a:cubicBezTo>
                  <a:lnTo>
                    <a:pt x="698119" y="850519"/>
                  </a:lnTo>
                  <a:cubicBezTo>
                    <a:pt x="782320" y="850519"/>
                    <a:pt x="850519" y="782320"/>
                    <a:pt x="850519" y="698119"/>
                  </a:cubicBezTo>
                  <a:lnTo>
                    <a:pt x="850519" y="165100"/>
                  </a:lnTo>
                  <a:cubicBezTo>
                    <a:pt x="850519" y="80899"/>
                    <a:pt x="782320" y="12700"/>
                    <a:pt x="698119" y="12700"/>
                  </a:cubicBezTo>
                  <a:lnTo>
                    <a:pt x="165100" y="12700"/>
                  </a:lnTo>
                  <a:lnTo>
                    <a:pt x="165100" y="6350"/>
                  </a:lnTo>
                  <a:lnTo>
                    <a:pt x="165100" y="12700"/>
                  </a:lnTo>
                  <a:cubicBezTo>
                    <a:pt x="80899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843417" y="2940253"/>
            <a:ext cx="3654181" cy="9777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Responsive Design </a:t>
            </a:r>
            <a:r>
              <a:rPr lang="en-US" sz="2874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📱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43417" y="4115838"/>
            <a:ext cx="3654181" cy="2353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Desktop, tablet, and mobile compatibility with adaptive layouts and touch-friendly interactions </a:t>
            </a:r>
            <a:r>
              <a:rPr lang="en-US" sz="218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👆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87476" y="7031984"/>
            <a:ext cx="647405" cy="647405"/>
            <a:chOff x="0" y="0"/>
            <a:chExt cx="863206" cy="86320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" y="6350"/>
              <a:ext cx="850519" cy="850519"/>
            </a:xfrm>
            <a:custGeom>
              <a:avLst/>
              <a:gdLst/>
              <a:ahLst/>
              <a:cxnLst/>
              <a:rect r="r" b="b" t="t" l="l"/>
              <a:pathLst>
                <a:path h="850519" w="850519">
                  <a:moveTo>
                    <a:pt x="0" y="158750"/>
                  </a:moveTo>
                  <a:cubicBezTo>
                    <a:pt x="0" y="71120"/>
                    <a:pt x="71120" y="0"/>
                    <a:pt x="158750" y="0"/>
                  </a:cubicBezTo>
                  <a:lnTo>
                    <a:pt x="691769" y="0"/>
                  </a:lnTo>
                  <a:cubicBezTo>
                    <a:pt x="779399" y="0"/>
                    <a:pt x="850519" y="71120"/>
                    <a:pt x="850519" y="158750"/>
                  </a:cubicBezTo>
                  <a:lnTo>
                    <a:pt x="850519" y="691769"/>
                  </a:lnTo>
                  <a:cubicBezTo>
                    <a:pt x="850519" y="779399"/>
                    <a:pt x="779399" y="850519"/>
                    <a:pt x="691769" y="850519"/>
                  </a:cubicBezTo>
                  <a:lnTo>
                    <a:pt x="158750" y="850519"/>
                  </a:lnTo>
                  <a:cubicBezTo>
                    <a:pt x="71120" y="850519"/>
                    <a:pt x="0" y="779399"/>
                    <a:pt x="0" y="691769"/>
                  </a:cubicBezTo>
                  <a:close/>
                </a:path>
              </a:pathLst>
            </a:custGeom>
            <a:solidFill>
              <a:srgbClr val="2F1D63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63219" cy="863219"/>
            </a:xfrm>
            <a:custGeom>
              <a:avLst/>
              <a:gdLst/>
              <a:ahLst/>
              <a:cxnLst/>
              <a:rect r="r" b="b" t="t" l="l"/>
              <a:pathLst>
                <a:path h="863219" w="863219">
                  <a:moveTo>
                    <a:pt x="0" y="165100"/>
                  </a:moveTo>
                  <a:cubicBezTo>
                    <a:pt x="0" y="73914"/>
                    <a:pt x="73914" y="0"/>
                    <a:pt x="165100" y="0"/>
                  </a:cubicBezTo>
                  <a:lnTo>
                    <a:pt x="698119" y="0"/>
                  </a:lnTo>
                  <a:lnTo>
                    <a:pt x="698119" y="6350"/>
                  </a:lnTo>
                  <a:lnTo>
                    <a:pt x="698119" y="0"/>
                  </a:lnTo>
                  <a:lnTo>
                    <a:pt x="698119" y="6350"/>
                  </a:lnTo>
                  <a:lnTo>
                    <a:pt x="698119" y="0"/>
                  </a:lnTo>
                  <a:cubicBezTo>
                    <a:pt x="789305" y="0"/>
                    <a:pt x="863219" y="73914"/>
                    <a:pt x="863219" y="165100"/>
                  </a:cubicBezTo>
                  <a:lnTo>
                    <a:pt x="856869" y="165100"/>
                  </a:lnTo>
                  <a:lnTo>
                    <a:pt x="863219" y="165100"/>
                  </a:lnTo>
                  <a:lnTo>
                    <a:pt x="863219" y="698119"/>
                  </a:lnTo>
                  <a:lnTo>
                    <a:pt x="856869" y="698119"/>
                  </a:lnTo>
                  <a:lnTo>
                    <a:pt x="863219" y="698119"/>
                  </a:lnTo>
                  <a:cubicBezTo>
                    <a:pt x="863219" y="789305"/>
                    <a:pt x="789305" y="863219"/>
                    <a:pt x="698119" y="863219"/>
                  </a:cubicBezTo>
                  <a:lnTo>
                    <a:pt x="698119" y="856869"/>
                  </a:lnTo>
                  <a:lnTo>
                    <a:pt x="698119" y="863219"/>
                  </a:lnTo>
                  <a:lnTo>
                    <a:pt x="165100" y="863219"/>
                  </a:lnTo>
                  <a:lnTo>
                    <a:pt x="165100" y="856869"/>
                  </a:lnTo>
                  <a:lnTo>
                    <a:pt x="165100" y="863219"/>
                  </a:lnTo>
                  <a:cubicBezTo>
                    <a:pt x="73914" y="863219"/>
                    <a:pt x="0" y="789305"/>
                    <a:pt x="0" y="698119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698119"/>
                  </a:lnTo>
                  <a:lnTo>
                    <a:pt x="6350" y="698119"/>
                  </a:lnTo>
                  <a:lnTo>
                    <a:pt x="12700" y="698119"/>
                  </a:lnTo>
                  <a:cubicBezTo>
                    <a:pt x="12700" y="782320"/>
                    <a:pt x="80899" y="850519"/>
                    <a:pt x="165100" y="850519"/>
                  </a:cubicBezTo>
                  <a:lnTo>
                    <a:pt x="698119" y="850519"/>
                  </a:lnTo>
                  <a:cubicBezTo>
                    <a:pt x="782320" y="850519"/>
                    <a:pt x="850519" y="782320"/>
                    <a:pt x="850519" y="698119"/>
                  </a:cubicBezTo>
                  <a:lnTo>
                    <a:pt x="850519" y="165100"/>
                  </a:lnTo>
                  <a:cubicBezTo>
                    <a:pt x="850519" y="80899"/>
                    <a:pt x="782320" y="12700"/>
                    <a:pt x="698119" y="12700"/>
                  </a:cubicBezTo>
                  <a:lnTo>
                    <a:pt x="165100" y="12700"/>
                  </a:lnTo>
                  <a:lnTo>
                    <a:pt x="165100" y="6350"/>
                  </a:lnTo>
                  <a:lnTo>
                    <a:pt x="165100" y="12700"/>
                  </a:lnTo>
                  <a:cubicBezTo>
                    <a:pt x="80899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48367C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913630" y="7105498"/>
            <a:ext cx="3961209" cy="512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 b="true">
                <a:solidFill>
                  <a:srgbClr val="E0D6DE"/>
                </a:solidFill>
                <a:latin typeface="Petrona Bold"/>
                <a:ea typeface="Petrona Bold"/>
                <a:cs typeface="Petrona Bold"/>
                <a:sym typeface="Petrona Bold"/>
              </a:rPr>
              <a:t>Smooth Animations </a:t>
            </a:r>
            <a:r>
              <a:rPr lang="en-US" sz="2874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✨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913630" y="7816005"/>
            <a:ext cx="8583959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E0D6DE"/>
                </a:solidFill>
                <a:latin typeface="Inter"/>
                <a:ea typeface="Inter"/>
                <a:cs typeface="Inter"/>
                <a:sym typeface="Inter"/>
              </a:rPr>
              <a:t>Framer Motion-powered transitions, hover effects, loading spinners, and animated level-ups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1198866" y="2787101"/>
            <a:ext cx="6106268" cy="6106268"/>
            <a:chOff x="0" y="0"/>
            <a:chExt cx="8141691" cy="8141691"/>
          </a:xfrm>
        </p:grpSpPr>
        <p:sp>
          <p:nvSpPr>
            <p:cNvPr name="Freeform 23" id="23" descr="preencoded.png"/>
            <p:cNvSpPr/>
            <p:nvPr/>
          </p:nvSpPr>
          <p:spPr>
            <a:xfrm flipH="false" flipV="false" rot="0">
              <a:off x="0" y="0"/>
              <a:ext cx="8141716" cy="8141716"/>
            </a:xfrm>
            <a:custGeom>
              <a:avLst/>
              <a:gdLst/>
              <a:ahLst/>
              <a:cxnLst/>
              <a:rect r="r" b="b" t="t" l="l"/>
              <a:pathLst>
                <a:path h="8141716" w="8141716">
                  <a:moveTo>
                    <a:pt x="0" y="0"/>
                  </a:moveTo>
                  <a:lnTo>
                    <a:pt x="8141716" y="0"/>
                  </a:lnTo>
                  <a:lnTo>
                    <a:pt x="8141716" y="8141716"/>
                  </a:lnTo>
                  <a:lnTo>
                    <a:pt x="0" y="81417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38" y="1284237"/>
            <a:ext cx="10794054" cy="928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12"/>
              </a:lnSpc>
            </a:pPr>
            <a:r>
              <a:rPr lang="en-US" sz="5812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🌟</a:t>
            </a:r>
            <a:r>
              <a:rPr lang="en-US" sz="5812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Use Cases &amp; Applications 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87476" y="2862558"/>
            <a:ext cx="8019459" cy="2911678"/>
            <a:chOff x="0" y="0"/>
            <a:chExt cx="10692613" cy="388223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6350" y="6350"/>
              <a:ext cx="10679938" cy="3869563"/>
            </a:xfrm>
            <a:custGeom>
              <a:avLst/>
              <a:gdLst/>
              <a:ahLst/>
              <a:cxnLst/>
              <a:rect r="r" b="b" t="t" l="l"/>
              <a:pathLst>
                <a:path h="3869563" w="10679938">
                  <a:moveTo>
                    <a:pt x="0" y="158750"/>
                  </a:moveTo>
                  <a:cubicBezTo>
                    <a:pt x="0" y="71120"/>
                    <a:pt x="71247" y="0"/>
                    <a:pt x="159131" y="0"/>
                  </a:cubicBezTo>
                  <a:lnTo>
                    <a:pt x="10520807" y="0"/>
                  </a:lnTo>
                  <a:cubicBezTo>
                    <a:pt x="10608690" y="0"/>
                    <a:pt x="10679938" y="71120"/>
                    <a:pt x="10679938" y="158750"/>
                  </a:cubicBezTo>
                  <a:lnTo>
                    <a:pt x="10679938" y="3710813"/>
                  </a:lnTo>
                  <a:cubicBezTo>
                    <a:pt x="10679938" y="3798443"/>
                    <a:pt x="10608690" y="3869563"/>
                    <a:pt x="10520807" y="3869563"/>
                  </a:cubicBezTo>
                  <a:lnTo>
                    <a:pt x="159131" y="3869563"/>
                  </a:lnTo>
                  <a:cubicBezTo>
                    <a:pt x="71247" y="3869563"/>
                    <a:pt x="0" y="3798443"/>
                    <a:pt x="0" y="3710813"/>
                  </a:cubicBezTo>
                  <a:close/>
                </a:path>
              </a:pathLst>
            </a:custGeom>
            <a:solidFill>
              <a:srgbClr val="876CD4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692638" cy="3882263"/>
            </a:xfrm>
            <a:custGeom>
              <a:avLst/>
              <a:gdLst/>
              <a:ahLst/>
              <a:cxnLst/>
              <a:rect r="r" b="b" t="t" l="l"/>
              <a:pathLst>
                <a:path h="3882263" w="10692638">
                  <a:moveTo>
                    <a:pt x="0" y="165100"/>
                  </a:moveTo>
                  <a:cubicBezTo>
                    <a:pt x="0" y="73914"/>
                    <a:pt x="74041" y="0"/>
                    <a:pt x="165481" y="0"/>
                  </a:cubicBezTo>
                  <a:lnTo>
                    <a:pt x="10527157" y="0"/>
                  </a:lnTo>
                  <a:lnTo>
                    <a:pt x="10527157" y="6350"/>
                  </a:lnTo>
                  <a:lnTo>
                    <a:pt x="10527157" y="0"/>
                  </a:lnTo>
                  <a:cubicBezTo>
                    <a:pt x="10618470" y="0"/>
                    <a:pt x="10692638" y="73914"/>
                    <a:pt x="10692638" y="165100"/>
                  </a:cubicBezTo>
                  <a:lnTo>
                    <a:pt x="10686288" y="165100"/>
                  </a:lnTo>
                  <a:lnTo>
                    <a:pt x="10692638" y="165100"/>
                  </a:lnTo>
                  <a:lnTo>
                    <a:pt x="10692638" y="3717163"/>
                  </a:lnTo>
                  <a:lnTo>
                    <a:pt x="10686288" y="3717163"/>
                  </a:lnTo>
                  <a:lnTo>
                    <a:pt x="10692638" y="3717163"/>
                  </a:lnTo>
                  <a:cubicBezTo>
                    <a:pt x="10692638" y="3808349"/>
                    <a:pt x="10618597" y="3882263"/>
                    <a:pt x="10527157" y="3882263"/>
                  </a:cubicBezTo>
                  <a:lnTo>
                    <a:pt x="10527157" y="3875913"/>
                  </a:lnTo>
                  <a:lnTo>
                    <a:pt x="10527157" y="3882263"/>
                  </a:lnTo>
                  <a:lnTo>
                    <a:pt x="165481" y="3882263"/>
                  </a:lnTo>
                  <a:lnTo>
                    <a:pt x="165481" y="3875913"/>
                  </a:lnTo>
                  <a:lnTo>
                    <a:pt x="165481" y="3882263"/>
                  </a:lnTo>
                  <a:cubicBezTo>
                    <a:pt x="74168" y="3882263"/>
                    <a:pt x="0" y="3808349"/>
                    <a:pt x="0" y="3717163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3717163"/>
                  </a:lnTo>
                  <a:lnTo>
                    <a:pt x="6350" y="3717163"/>
                  </a:lnTo>
                  <a:lnTo>
                    <a:pt x="12700" y="3717163"/>
                  </a:lnTo>
                  <a:cubicBezTo>
                    <a:pt x="12700" y="3801364"/>
                    <a:pt x="81026" y="3869563"/>
                    <a:pt x="165481" y="3869563"/>
                  </a:cubicBezTo>
                  <a:lnTo>
                    <a:pt x="10527157" y="3869563"/>
                  </a:lnTo>
                  <a:cubicBezTo>
                    <a:pt x="10611485" y="3869563"/>
                    <a:pt x="10679938" y="3801364"/>
                    <a:pt x="10679938" y="3717163"/>
                  </a:cubicBezTo>
                  <a:lnTo>
                    <a:pt x="10679938" y="165100"/>
                  </a:lnTo>
                  <a:cubicBezTo>
                    <a:pt x="10679938" y="80899"/>
                    <a:pt x="10611612" y="12700"/>
                    <a:pt x="10527157" y="12700"/>
                  </a:cubicBezTo>
                  <a:lnTo>
                    <a:pt x="165481" y="12700"/>
                  </a:lnTo>
                  <a:lnTo>
                    <a:pt x="165481" y="6350"/>
                  </a:lnTo>
                  <a:lnTo>
                    <a:pt x="165481" y="12700"/>
                  </a:lnTo>
                  <a:cubicBezTo>
                    <a:pt x="81026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A085ED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285284" y="3141316"/>
            <a:ext cx="4465587" cy="6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5"/>
              </a:lnSpc>
            </a:pPr>
            <a:r>
              <a:rPr lang="en-US" sz="350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🎓</a:t>
            </a:r>
            <a:r>
              <a:rPr lang="en-US" sz="3500" b="true">
                <a:solidFill>
                  <a:srgbClr val="FFFFFF"/>
                </a:solidFill>
                <a:latin typeface="Petrona Bold"/>
                <a:ea typeface="Petrona Bold"/>
                <a:cs typeface="Petrona Bold"/>
                <a:sym typeface="Petrona Bold"/>
              </a:rPr>
              <a:t> Education Sector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85284" y="3831584"/>
            <a:ext cx="7423842" cy="1644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Study motivation and progress tracking </a:t>
            </a:r>
            <a:r>
              <a:rPr lang="en-US" sz="218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📚</a:t>
            </a:r>
          </a:p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Assignment completion gamification </a:t>
            </a:r>
            <a:r>
              <a:rPr lang="en-US" sz="218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📝</a:t>
            </a:r>
          </a:p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Learning habit formation </a:t>
            </a:r>
            <a:r>
              <a:rPr lang="en-US" sz="218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🎯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280922" y="2862558"/>
            <a:ext cx="8019602" cy="2911678"/>
            <a:chOff x="0" y="0"/>
            <a:chExt cx="10692803" cy="388223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" y="6350"/>
              <a:ext cx="10680192" cy="3869563"/>
            </a:xfrm>
            <a:custGeom>
              <a:avLst/>
              <a:gdLst/>
              <a:ahLst/>
              <a:cxnLst/>
              <a:rect r="r" b="b" t="t" l="l"/>
              <a:pathLst>
                <a:path h="3869563" w="10680192">
                  <a:moveTo>
                    <a:pt x="0" y="158750"/>
                  </a:moveTo>
                  <a:cubicBezTo>
                    <a:pt x="0" y="71120"/>
                    <a:pt x="71247" y="0"/>
                    <a:pt x="159131" y="0"/>
                  </a:cubicBezTo>
                  <a:lnTo>
                    <a:pt x="10521062" y="0"/>
                  </a:lnTo>
                  <a:cubicBezTo>
                    <a:pt x="10608945" y="0"/>
                    <a:pt x="10680192" y="71120"/>
                    <a:pt x="10680192" y="158750"/>
                  </a:cubicBezTo>
                  <a:lnTo>
                    <a:pt x="10680192" y="3710813"/>
                  </a:lnTo>
                  <a:cubicBezTo>
                    <a:pt x="10680192" y="3798443"/>
                    <a:pt x="10608945" y="3869563"/>
                    <a:pt x="10521062" y="3869563"/>
                  </a:cubicBezTo>
                  <a:lnTo>
                    <a:pt x="159131" y="3869563"/>
                  </a:lnTo>
                  <a:cubicBezTo>
                    <a:pt x="71247" y="3869563"/>
                    <a:pt x="0" y="3798443"/>
                    <a:pt x="0" y="3710813"/>
                  </a:cubicBezTo>
                  <a:close/>
                </a:path>
              </a:pathLst>
            </a:custGeom>
            <a:solidFill>
              <a:srgbClr val="D783D8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692892" cy="3882263"/>
            </a:xfrm>
            <a:custGeom>
              <a:avLst/>
              <a:gdLst/>
              <a:ahLst/>
              <a:cxnLst/>
              <a:rect r="r" b="b" t="t" l="l"/>
              <a:pathLst>
                <a:path h="3882263" w="10692892">
                  <a:moveTo>
                    <a:pt x="0" y="165100"/>
                  </a:moveTo>
                  <a:cubicBezTo>
                    <a:pt x="0" y="73914"/>
                    <a:pt x="74041" y="0"/>
                    <a:pt x="165481" y="0"/>
                  </a:cubicBezTo>
                  <a:lnTo>
                    <a:pt x="10527412" y="0"/>
                  </a:lnTo>
                  <a:lnTo>
                    <a:pt x="10527412" y="6350"/>
                  </a:lnTo>
                  <a:lnTo>
                    <a:pt x="10527412" y="0"/>
                  </a:lnTo>
                  <a:cubicBezTo>
                    <a:pt x="10618724" y="0"/>
                    <a:pt x="10692892" y="73914"/>
                    <a:pt x="10692892" y="165100"/>
                  </a:cubicBezTo>
                  <a:lnTo>
                    <a:pt x="10686542" y="165100"/>
                  </a:lnTo>
                  <a:lnTo>
                    <a:pt x="10692892" y="165100"/>
                  </a:lnTo>
                  <a:lnTo>
                    <a:pt x="10692892" y="3717163"/>
                  </a:lnTo>
                  <a:lnTo>
                    <a:pt x="10686542" y="3717163"/>
                  </a:lnTo>
                  <a:lnTo>
                    <a:pt x="10692892" y="3717163"/>
                  </a:lnTo>
                  <a:cubicBezTo>
                    <a:pt x="10692892" y="3808349"/>
                    <a:pt x="10618851" y="3882263"/>
                    <a:pt x="10527412" y="3882263"/>
                  </a:cubicBezTo>
                  <a:lnTo>
                    <a:pt x="10527412" y="3875913"/>
                  </a:lnTo>
                  <a:lnTo>
                    <a:pt x="10527412" y="3882263"/>
                  </a:lnTo>
                  <a:lnTo>
                    <a:pt x="165481" y="3882263"/>
                  </a:lnTo>
                  <a:lnTo>
                    <a:pt x="165481" y="3875913"/>
                  </a:lnTo>
                  <a:lnTo>
                    <a:pt x="165481" y="3882263"/>
                  </a:lnTo>
                  <a:cubicBezTo>
                    <a:pt x="74168" y="3882263"/>
                    <a:pt x="0" y="3808349"/>
                    <a:pt x="0" y="3717163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3717163"/>
                  </a:lnTo>
                  <a:lnTo>
                    <a:pt x="6350" y="3717163"/>
                  </a:lnTo>
                  <a:lnTo>
                    <a:pt x="12700" y="3717163"/>
                  </a:lnTo>
                  <a:cubicBezTo>
                    <a:pt x="12700" y="3801364"/>
                    <a:pt x="81026" y="3869563"/>
                    <a:pt x="165481" y="3869563"/>
                  </a:cubicBezTo>
                  <a:lnTo>
                    <a:pt x="10527412" y="3869563"/>
                  </a:lnTo>
                  <a:cubicBezTo>
                    <a:pt x="10611739" y="3869563"/>
                    <a:pt x="10680192" y="3801364"/>
                    <a:pt x="10680192" y="3717163"/>
                  </a:cubicBezTo>
                  <a:lnTo>
                    <a:pt x="10680192" y="165100"/>
                  </a:lnTo>
                  <a:cubicBezTo>
                    <a:pt x="10680192" y="80899"/>
                    <a:pt x="10611866" y="12700"/>
                    <a:pt x="10527412" y="12700"/>
                  </a:cubicBezTo>
                  <a:lnTo>
                    <a:pt x="165481" y="12700"/>
                  </a:lnTo>
                  <a:lnTo>
                    <a:pt x="165481" y="6350"/>
                  </a:lnTo>
                  <a:lnTo>
                    <a:pt x="165481" y="12700"/>
                  </a:lnTo>
                  <a:cubicBezTo>
                    <a:pt x="81026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BD69BE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578731" y="3141316"/>
            <a:ext cx="6285524" cy="549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5"/>
              </a:lnSpc>
            </a:pPr>
            <a:r>
              <a:rPr lang="en-US" sz="350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💼 Professional Development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578731" y="3831584"/>
            <a:ext cx="7423995" cy="1644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Skill acquisition tracking 💪</a:t>
            </a:r>
          </a:p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Project management gamification 📋</a:t>
            </a:r>
          </a:p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Career goal achievement 🚀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87476" y="6048223"/>
            <a:ext cx="8019459" cy="2911678"/>
            <a:chOff x="0" y="0"/>
            <a:chExt cx="10692613" cy="388223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" y="6350"/>
              <a:ext cx="10679938" cy="3869563"/>
            </a:xfrm>
            <a:custGeom>
              <a:avLst/>
              <a:gdLst/>
              <a:ahLst/>
              <a:cxnLst/>
              <a:rect r="r" b="b" t="t" l="l"/>
              <a:pathLst>
                <a:path h="3869563" w="10679938">
                  <a:moveTo>
                    <a:pt x="0" y="158750"/>
                  </a:moveTo>
                  <a:cubicBezTo>
                    <a:pt x="0" y="71120"/>
                    <a:pt x="71247" y="0"/>
                    <a:pt x="159131" y="0"/>
                  </a:cubicBezTo>
                  <a:lnTo>
                    <a:pt x="10520807" y="0"/>
                  </a:lnTo>
                  <a:cubicBezTo>
                    <a:pt x="10608690" y="0"/>
                    <a:pt x="10679938" y="71120"/>
                    <a:pt x="10679938" y="158750"/>
                  </a:cubicBezTo>
                  <a:lnTo>
                    <a:pt x="10679938" y="3710813"/>
                  </a:lnTo>
                  <a:cubicBezTo>
                    <a:pt x="10679938" y="3798443"/>
                    <a:pt x="10608690" y="3869563"/>
                    <a:pt x="10520807" y="3869563"/>
                  </a:cubicBezTo>
                  <a:lnTo>
                    <a:pt x="159131" y="3869563"/>
                  </a:lnTo>
                  <a:cubicBezTo>
                    <a:pt x="71247" y="3869563"/>
                    <a:pt x="0" y="3798443"/>
                    <a:pt x="0" y="3710813"/>
                  </a:cubicBezTo>
                  <a:close/>
                </a:path>
              </a:pathLst>
            </a:custGeom>
            <a:solidFill>
              <a:srgbClr val="FF90A5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692638" cy="3882263"/>
            </a:xfrm>
            <a:custGeom>
              <a:avLst/>
              <a:gdLst/>
              <a:ahLst/>
              <a:cxnLst/>
              <a:rect r="r" b="b" t="t" l="l"/>
              <a:pathLst>
                <a:path h="3882263" w="10692638">
                  <a:moveTo>
                    <a:pt x="0" y="165100"/>
                  </a:moveTo>
                  <a:cubicBezTo>
                    <a:pt x="0" y="73914"/>
                    <a:pt x="74041" y="0"/>
                    <a:pt x="165481" y="0"/>
                  </a:cubicBezTo>
                  <a:lnTo>
                    <a:pt x="10527157" y="0"/>
                  </a:lnTo>
                  <a:lnTo>
                    <a:pt x="10527157" y="6350"/>
                  </a:lnTo>
                  <a:lnTo>
                    <a:pt x="10527157" y="0"/>
                  </a:lnTo>
                  <a:cubicBezTo>
                    <a:pt x="10618470" y="0"/>
                    <a:pt x="10692638" y="73914"/>
                    <a:pt x="10692638" y="165100"/>
                  </a:cubicBezTo>
                  <a:lnTo>
                    <a:pt x="10686288" y="165100"/>
                  </a:lnTo>
                  <a:lnTo>
                    <a:pt x="10692638" y="165100"/>
                  </a:lnTo>
                  <a:lnTo>
                    <a:pt x="10692638" y="3717163"/>
                  </a:lnTo>
                  <a:lnTo>
                    <a:pt x="10686288" y="3717163"/>
                  </a:lnTo>
                  <a:lnTo>
                    <a:pt x="10692638" y="3717163"/>
                  </a:lnTo>
                  <a:cubicBezTo>
                    <a:pt x="10692638" y="3808349"/>
                    <a:pt x="10618597" y="3882263"/>
                    <a:pt x="10527157" y="3882263"/>
                  </a:cubicBezTo>
                  <a:lnTo>
                    <a:pt x="10527157" y="3875913"/>
                  </a:lnTo>
                  <a:lnTo>
                    <a:pt x="10527157" y="3882263"/>
                  </a:lnTo>
                  <a:lnTo>
                    <a:pt x="165481" y="3882263"/>
                  </a:lnTo>
                  <a:lnTo>
                    <a:pt x="165481" y="3875913"/>
                  </a:lnTo>
                  <a:lnTo>
                    <a:pt x="165481" y="3882263"/>
                  </a:lnTo>
                  <a:cubicBezTo>
                    <a:pt x="74168" y="3882263"/>
                    <a:pt x="0" y="3808349"/>
                    <a:pt x="0" y="3717163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3717163"/>
                  </a:lnTo>
                  <a:lnTo>
                    <a:pt x="6350" y="3717163"/>
                  </a:lnTo>
                  <a:lnTo>
                    <a:pt x="12700" y="3717163"/>
                  </a:lnTo>
                  <a:cubicBezTo>
                    <a:pt x="12700" y="3801364"/>
                    <a:pt x="81026" y="3869563"/>
                    <a:pt x="165481" y="3869563"/>
                  </a:cubicBezTo>
                  <a:lnTo>
                    <a:pt x="10527157" y="3869563"/>
                  </a:lnTo>
                  <a:cubicBezTo>
                    <a:pt x="10611485" y="3869563"/>
                    <a:pt x="10679938" y="3801364"/>
                    <a:pt x="10679938" y="3717163"/>
                  </a:cubicBezTo>
                  <a:lnTo>
                    <a:pt x="10679938" y="165100"/>
                  </a:lnTo>
                  <a:cubicBezTo>
                    <a:pt x="10679938" y="80899"/>
                    <a:pt x="10611612" y="12700"/>
                    <a:pt x="10527157" y="12700"/>
                  </a:cubicBezTo>
                  <a:lnTo>
                    <a:pt x="165481" y="12700"/>
                  </a:lnTo>
                  <a:lnTo>
                    <a:pt x="165481" y="6350"/>
                  </a:lnTo>
                  <a:lnTo>
                    <a:pt x="165481" y="12700"/>
                  </a:lnTo>
                  <a:cubicBezTo>
                    <a:pt x="81026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E5768B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285284" y="6326981"/>
            <a:ext cx="4465587" cy="6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5"/>
              </a:lnSpc>
            </a:pPr>
            <a:r>
              <a:rPr lang="en-US" sz="350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🏃 Personal Growth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85284" y="7017248"/>
            <a:ext cx="7423842" cy="1644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Fitness and health habit tracking 🏃‍♂️</a:t>
            </a:r>
          </a:p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Mindfulness and meditation practice 🧘‍♀️</a:t>
            </a:r>
          </a:p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Reading and learning goals 📖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280922" y="6048223"/>
            <a:ext cx="8019602" cy="2911678"/>
            <a:chOff x="0" y="0"/>
            <a:chExt cx="10692803" cy="388223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6350" y="6350"/>
              <a:ext cx="10680192" cy="3869563"/>
            </a:xfrm>
            <a:custGeom>
              <a:avLst/>
              <a:gdLst/>
              <a:ahLst/>
              <a:cxnLst/>
              <a:rect r="r" b="b" t="t" l="l"/>
              <a:pathLst>
                <a:path h="3869563" w="10680192">
                  <a:moveTo>
                    <a:pt x="0" y="158750"/>
                  </a:moveTo>
                  <a:cubicBezTo>
                    <a:pt x="0" y="71120"/>
                    <a:pt x="71247" y="0"/>
                    <a:pt x="159131" y="0"/>
                  </a:cubicBezTo>
                  <a:lnTo>
                    <a:pt x="10521062" y="0"/>
                  </a:lnTo>
                  <a:cubicBezTo>
                    <a:pt x="10608945" y="0"/>
                    <a:pt x="10680192" y="71120"/>
                    <a:pt x="10680192" y="158750"/>
                  </a:cubicBezTo>
                  <a:lnTo>
                    <a:pt x="10680192" y="3710813"/>
                  </a:lnTo>
                  <a:cubicBezTo>
                    <a:pt x="10680192" y="3798443"/>
                    <a:pt x="10608945" y="3869563"/>
                    <a:pt x="10521062" y="3869563"/>
                  </a:cubicBezTo>
                  <a:lnTo>
                    <a:pt x="159131" y="3869563"/>
                  </a:lnTo>
                  <a:cubicBezTo>
                    <a:pt x="71247" y="3869563"/>
                    <a:pt x="0" y="3798443"/>
                    <a:pt x="0" y="3710813"/>
                  </a:cubicBezTo>
                  <a:close/>
                </a:path>
              </a:pathLst>
            </a:custGeom>
            <a:solidFill>
              <a:srgbClr val="FFB071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692892" cy="3882263"/>
            </a:xfrm>
            <a:custGeom>
              <a:avLst/>
              <a:gdLst/>
              <a:ahLst/>
              <a:cxnLst/>
              <a:rect r="r" b="b" t="t" l="l"/>
              <a:pathLst>
                <a:path h="3882263" w="10692892">
                  <a:moveTo>
                    <a:pt x="0" y="165100"/>
                  </a:moveTo>
                  <a:cubicBezTo>
                    <a:pt x="0" y="73914"/>
                    <a:pt x="74041" y="0"/>
                    <a:pt x="165481" y="0"/>
                  </a:cubicBezTo>
                  <a:lnTo>
                    <a:pt x="10527412" y="0"/>
                  </a:lnTo>
                  <a:lnTo>
                    <a:pt x="10527412" y="6350"/>
                  </a:lnTo>
                  <a:lnTo>
                    <a:pt x="10527412" y="0"/>
                  </a:lnTo>
                  <a:cubicBezTo>
                    <a:pt x="10618724" y="0"/>
                    <a:pt x="10692892" y="73914"/>
                    <a:pt x="10692892" y="165100"/>
                  </a:cubicBezTo>
                  <a:lnTo>
                    <a:pt x="10686542" y="165100"/>
                  </a:lnTo>
                  <a:lnTo>
                    <a:pt x="10692892" y="165100"/>
                  </a:lnTo>
                  <a:lnTo>
                    <a:pt x="10692892" y="3717163"/>
                  </a:lnTo>
                  <a:lnTo>
                    <a:pt x="10686542" y="3717163"/>
                  </a:lnTo>
                  <a:lnTo>
                    <a:pt x="10692892" y="3717163"/>
                  </a:lnTo>
                  <a:cubicBezTo>
                    <a:pt x="10692892" y="3808349"/>
                    <a:pt x="10618851" y="3882263"/>
                    <a:pt x="10527412" y="3882263"/>
                  </a:cubicBezTo>
                  <a:lnTo>
                    <a:pt x="10527412" y="3875913"/>
                  </a:lnTo>
                  <a:lnTo>
                    <a:pt x="10527412" y="3882263"/>
                  </a:lnTo>
                  <a:lnTo>
                    <a:pt x="165481" y="3882263"/>
                  </a:lnTo>
                  <a:lnTo>
                    <a:pt x="165481" y="3875913"/>
                  </a:lnTo>
                  <a:lnTo>
                    <a:pt x="165481" y="3882263"/>
                  </a:lnTo>
                  <a:cubicBezTo>
                    <a:pt x="74168" y="3882263"/>
                    <a:pt x="0" y="3808349"/>
                    <a:pt x="0" y="3717163"/>
                  </a:cubicBezTo>
                  <a:lnTo>
                    <a:pt x="0" y="165100"/>
                  </a:lnTo>
                  <a:lnTo>
                    <a:pt x="6350" y="165100"/>
                  </a:lnTo>
                  <a:lnTo>
                    <a:pt x="0" y="165100"/>
                  </a:lnTo>
                  <a:moveTo>
                    <a:pt x="12700" y="165100"/>
                  </a:moveTo>
                  <a:lnTo>
                    <a:pt x="12700" y="3717163"/>
                  </a:lnTo>
                  <a:lnTo>
                    <a:pt x="6350" y="3717163"/>
                  </a:lnTo>
                  <a:lnTo>
                    <a:pt x="12700" y="3717163"/>
                  </a:lnTo>
                  <a:cubicBezTo>
                    <a:pt x="12700" y="3801364"/>
                    <a:pt x="81026" y="3869563"/>
                    <a:pt x="165481" y="3869563"/>
                  </a:cubicBezTo>
                  <a:lnTo>
                    <a:pt x="10527412" y="3869563"/>
                  </a:lnTo>
                  <a:cubicBezTo>
                    <a:pt x="10611739" y="3869563"/>
                    <a:pt x="10680192" y="3801364"/>
                    <a:pt x="10680192" y="3717163"/>
                  </a:cubicBezTo>
                  <a:lnTo>
                    <a:pt x="10680192" y="165100"/>
                  </a:lnTo>
                  <a:cubicBezTo>
                    <a:pt x="10680192" y="80899"/>
                    <a:pt x="10611866" y="12700"/>
                    <a:pt x="10527412" y="12700"/>
                  </a:cubicBezTo>
                  <a:lnTo>
                    <a:pt x="165481" y="12700"/>
                  </a:lnTo>
                  <a:lnTo>
                    <a:pt x="165481" y="6350"/>
                  </a:lnTo>
                  <a:lnTo>
                    <a:pt x="165481" y="12700"/>
                  </a:lnTo>
                  <a:cubicBezTo>
                    <a:pt x="81026" y="12700"/>
                    <a:pt x="12700" y="80899"/>
                    <a:pt x="12700" y="165100"/>
                  </a:cubicBezTo>
                  <a:close/>
                </a:path>
              </a:pathLst>
            </a:custGeom>
            <a:solidFill>
              <a:srgbClr val="E59657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9578731" y="6326981"/>
            <a:ext cx="5357051" cy="549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5"/>
              </a:lnSpc>
            </a:pPr>
            <a:r>
              <a:rPr lang="en-US" b="true" sz="3500">
                <a:solidFill>
                  <a:srgbClr val="FFFFFF"/>
                </a:solidFill>
                <a:latin typeface="Petrona Bold"/>
                <a:ea typeface="Petrona Bold"/>
                <a:cs typeface="Petrona Bold"/>
                <a:sym typeface="Petrona Bold"/>
              </a:rPr>
              <a:t>👥 Social Applications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578731" y="7017248"/>
            <a:ext cx="7423995" cy="1644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challenges and collaboration 🤝</a:t>
            </a:r>
          </a:p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Community achievements 🏆</a:t>
            </a:r>
          </a:p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Friendly competition 🎮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524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28700" y="782328"/>
            <a:ext cx="12509736" cy="92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12"/>
              </a:lnSpc>
            </a:pPr>
            <a:r>
              <a:rPr lang="en-US" sz="581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🚀</a:t>
            </a:r>
            <a:r>
              <a:rPr lang="en-US" sz="5810" b="true">
                <a:solidFill>
                  <a:srgbClr val="FF8AAF"/>
                </a:solidFill>
                <a:latin typeface="Petrona Bold"/>
                <a:ea typeface="Petrona Bold"/>
                <a:cs typeface="Petrona Bold"/>
                <a:sym typeface="Petrona Bold"/>
              </a:rPr>
              <a:t> Future Roadmap &amp; Next Steps </a:t>
            </a:r>
            <a:r>
              <a:rPr lang="en-US" sz="5810" b="true">
                <a:solidFill>
                  <a:srgbClr val="000000"/>
                </a:solidFill>
                <a:latin typeface="Petrona Bold"/>
                <a:ea typeface="Petrona Bold"/>
                <a:cs typeface="Petrona Bold"/>
                <a:sym typeface="Petrona Bold"/>
              </a:rPr>
              <a:t>🎯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28700" y="1982942"/>
            <a:ext cx="8992796" cy="5270166"/>
            <a:chOff x="0" y="0"/>
            <a:chExt cx="11990395" cy="7026887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-28575"/>
              <a:ext cx="7825487" cy="8283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53"/>
                </a:lnSpc>
              </a:pPr>
              <a:r>
                <a:rPr lang="en-US" sz="4032" b="true">
                  <a:solidFill>
                    <a:srgbClr val="000000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✅</a:t>
              </a:r>
              <a:r>
                <a:rPr lang="en-US" sz="4032" b="true">
                  <a:solidFill>
                    <a:srgbClr val="FF8AAF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 Current Advantages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489773" y="1190938"/>
              <a:ext cx="7335714" cy="67451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147"/>
                </a:lnSpc>
              </a:pPr>
              <a:r>
                <a:rPr lang="en-US" sz="3340" b="true">
                  <a:solidFill>
                    <a:srgbClr val="000000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📈</a:t>
              </a:r>
              <a:r>
                <a:rPr lang="en-US" sz="3340" b="true">
                  <a:solidFill>
                    <a:srgbClr val="E0D6DE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 Increased Engagement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489773" y="2191321"/>
              <a:ext cx="11500622" cy="5948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340"/>
                </a:lnSpc>
              </a:pPr>
              <a:r>
                <a:rPr lang="en-US" sz="2534">
                  <a:solidFill>
                    <a:srgbClr val="E0D6DE"/>
                  </a:solidFill>
                  <a:latin typeface="Inter"/>
                  <a:ea typeface="Inter"/>
                  <a:cs typeface="Inter"/>
                  <a:sym typeface="Inter"/>
                </a:rPr>
                <a:t>Gamification drives motivation and habit formation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489773" y="3311320"/>
              <a:ext cx="6654780" cy="67451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147"/>
                </a:lnSpc>
              </a:pPr>
              <a:r>
                <a:rPr lang="en-US" sz="3340" b="true">
                  <a:solidFill>
                    <a:srgbClr val="000000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👥</a:t>
              </a:r>
              <a:r>
                <a:rPr lang="en-US" sz="3340" b="true">
                  <a:solidFill>
                    <a:srgbClr val="E0D6DE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 Community Building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489773" y="4311702"/>
              <a:ext cx="11500622" cy="5948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340"/>
                </a:lnSpc>
              </a:pPr>
              <a:r>
                <a:rPr lang="en-US" sz="2534">
                  <a:solidFill>
                    <a:srgbClr val="E0D6DE"/>
                  </a:solidFill>
                  <a:latin typeface="Inter"/>
                  <a:ea typeface="Inter"/>
                  <a:cs typeface="Inter"/>
                  <a:sym typeface="Inter"/>
                </a:rPr>
                <a:t>Leaderboard competition and shared achievements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489773" y="5431702"/>
              <a:ext cx="5715934" cy="7568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147"/>
                </a:lnSpc>
              </a:pPr>
              <a:r>
                <a:rPr lang="en-US" sz="3340" b="true">
                  <a:solidFill>
                    <a:srgbClr val="000000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📱</a:t>
              </a:r>
              <a:r>
                <a:rPr lang="en-US" sz="3340" b="true">
                  <a:solidFill>
                    <a:srgbClr val="E0D6DE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 Web-Based Access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489773" y="6432084"/>
              <a:ext cx="11500622" cy="5948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340"/>
                </a:lnSpc>
              </a:pPr>
              <a:r>
                <a:rPr lang="en-US" sz="2534">
                  <a:solidFill>
                    <a:srgbClr val="E0D6DE"/>
                  </a:solidFill>
                  <a:latin typeface="Inter"/>
                  <a:ea typeface="Inter"/>
                  <a:cs typeface="Inter"/>
                  <a:sym typeface="Inter"/>
                </a:rPr>
                <a:t>No installation, works on any device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247961" y="1982942"/>
            <a:ext cx="7110157" cy="7945228"/>
            <a:chOff x="0" y="0"/>
            <a:chExt cx="9480209" cy="10593637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-19050"/>
              <a:ext cx="6819569" cy="65143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16"/>
                </a:lnSpc>
              </a:pPr>
              <a:r>
                <a:rPr lang="en-US" sz="3188" b="true">
                  <a:solidFill>
                    <a:srgbClr val="000000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🔮</a:t>
              </a:r>
              <a:r>
                <a:rPr lang="en-US" sz="3188" b="true">
                  <a:solidFill>
                    <a:srgbClr val="FF8AAF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 Future Enhancements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928102"/>
              <a:ext cx="688579" cy="4589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41"/>
                </a:lnSpc>
              </a:pPr>
              <a:r>
                <a:rPr lang="en-US" sz="2003">
                  <a:solidFill>
                    <a:srgbClr val="E0D6DE"/>
                  </a:solidFill>
                  <a:latin typeface="Petrona Light"/>
                  <a:ea typeface="Petrona Light"/>
                  <a:cs typeface="Petrona Light"/>
                  <a:sym typeface="Petrona Light"/>
                </a:rPr>
                <a:t>01</a:t>
              </a:r>
            </a:p>
          </p:txBody>
        </p:sp>
        <p:grpSp>
          <p:nvGrpSpPr>
            <p:cNvPr name="Group 18" id="18"/>
            <p:cNvGrpSpPr/>
            <p:nvPr/>
          </p:nvGrpSpPr>
          <p:grpSpPr>
            <a:xfrm rot="0">
              <a:off x="0" y="1504701"/>
              <a:ext cx="9480209" cy="37017"/>
              <a:chOff x="0" y="0"/>
              <a:chExt cx="6504978" cy="25400"/>
            </a:xfrm>
          </p:grpSpPr>
          <p:sp>
            <p:nvSpPr>
              <p:cNvPr name="Freeform 19" id="19" descr="preencoded.png"/>
              <p:cNvSpPr/>
              <p:nvPr/>
            </p:nvSpPr>
            <p:spPr>
              <a:xfrm flipH="false" flipV="false" rot="0">
                <a:off x="0" y="0"/>
                <a:ext cx="6504940" cy="25400"/>
              </a:xfrm>
              <a:custGeom>
                <a:avLst/>
                <a:gdLst/>
                <a:ahLst/>
                <a:cxnLst/>
                <a:rect r="r" b="b" t="t" l="l"/>
                <a:pathLst>
                  <a:path h="25400" w="6504940">
                    <a:moveTo>
                      <a:pt x="0" y="0"/>
                    </a:moveTo>
                    <a:lnTo>
                      <a:pt x="6504940" y="0"/>
                    </a:lnTo>
                    <a:lnTo>
                      <a:pt x="6504940" y="25400"/>
                    </a:lnTo>
                    <a:lnTo>
                      <a:pt x="0" y="25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0" t="-19" r="0" b="-30"/>
                </a:stretch>
              </a:blipFill>
            </p:spPr>
          </p:sp>
        </p:grpSp>
        <p:sp>
          <p:nvSpPr>
            <p:cNvPr name="TextBox 20" id="20"/>
            <p:cNvSpPr txBox="true"/>
            <p:nvPr/>
          </p:nvSpPr>
          <p:spPr>
            <a:xfrm rot="0">
              <a:off x="0" y="1731762"/>
              <a:ext cx="4519305" cy="6023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79"/>
                </a:lnSpc>
              </a:pPr>
              <a:r>
                <a:rPr lang="en-US" sz="2641" b="true">
                  <a:solidFill>
                    <a:srgbClr val="000000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📱</a:t>
              </a:r>
              <a:r>
                <a:rPr lang="en-US" sz="2641" b="true">
                  <a:solidFill>
                    <a:srgbClr val="E0D6DE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 Mobile App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0" y="2520720"/>
              <a:ext cx="9480209" cy="4947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41"/>
                </a:lnSpc>
              </a:pPr>
              <a:r>
                <a:rPr lang="en-US" sz="2003">
                  <a:solidFill>
                    <a:srgbClr val="E0D6DE"/>
                  </a:solidFill>
                  <a:latin typeface="Inter"/>
                  <a:ea typeface="Inter"/>
                  <a:cs typeface="Inter"/>
                  <a:sym typeface="Inter"/>
                </a:rPr>
                <a:t>React Native with push notifications </a:t>
              </a:r>
              <a:r>
                <a:rPr lang="en-US" sz="2003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🔔</a:t>
              </a:r>
              <a:r>
                <a:rPr lang="en-US" sz="2003">
                  <a:solidFill>
                    <a:srgbClr val="E0D6DE"/>
                  </a:solidFill>
                  <a:latin typeface="Inter"/>
                  <a:ea typeface="Inter"/>
                  <a:cs typeface="Inter"/>
                  <a:sym typeface="Inter"/>
                </a:rPr>
                <a:t> and offline mode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3460314"/>
              <a:ext cx="688579" cy="4589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41"/>
                </a:lnSpc>
              </a:pPr>
              <a:r>
                <a:rPr lang="en-US" sz="2003">
                  <a:solidFill>
                    <a:srgbClr val="E0D6DE"/>
                  </a:solidFill>
                  <a:latin typeface="Petrona Light"/>
                  <a:ea typeface="Petrona Light"/>
                  <a:cs typeface="Petrona Light"/>
                  <a:sym typeface="Petrona Light"/>
                </a:rPr>
                <a:t>02</a:t>
              </a:r>
            </a:p>
          </p:txBody>
        </p:sp>
        <p:grpSp>
          <p:nvGrpSpPr>
            <p:cNvPr name="Group 23" id="23"/>
            <p:cNvGrpSpPr/>
            <p:nvPr/>
          </p:nvGrpSpPr>
          <p:grpSpPr>
            <a:xfrm rot="0">
              <a:off x="0" y="4002505"/>
              <a:ext cx="9480209" cy="37017"/>
              <a:chOff x="0" y="0"/>
              <a:chExt cx="6504978" cy="25400"/>
            </a:xfrm>
          </p:grpSpPr>
          <p:sp>
            <p:nvSpPr>
              <p:cNvPr name="Freeform 24" id="24" descr="preencoded.png"/>
              <p:cNvSpPr/>
              <p:nvPr/>
            </p:nvSpPr>
            <p:spPr>
              <a:xfrm flipH="false" flipV="false" rot="0">
                <a:off x="0" y="0"/>
                <a:ext cx="6504940" cy="25400"/>
              </a:xfrm>
              <a:custGeom>
                <a:avLst/>
                <a:gdLst/>
                <a:ahLst/>
                <a:cxnLst/>
                <a:rect r="r" b="b" t="t" l="l"/>
                <a:pathLst>
                  <a:path h="25400" w="6504940">
                    <a:moveTo>
                      <a:pt x="0" y="0"/>
                    </a:moveTo>
                    <a:lnTo>
                      <a:pt x="6504940" y="0"/>
                    </a:lnTo>
                    <a:lnTo>
                      <a:pt x="6504940" y="25400"/>
                    </a:lnTo>
                    <a:lnTo>
                      <a:pt x="0" y="25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0" t="-19" r="0" b="-30"/>
                </a:stretch>
              </a:blipFill>
            </p:spPr>
          </p:sp>
        </p:grpSp>
        <p:sp>
          <p:nvSpPr>
            <p:cNvPr name="TextBox 25" id="25"/>
            <p:cNvSpPr txBox="true"/>
            <p:nvPr/>
          </p:nvSpPr>
          <p:spPr>
            <a:xfrm rot="0">
              <a:off x="0" y="4263992"/>
              <a:ext cx="4519305" cy="6023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79"/>
                </a:lnSpc>
              </a:pPr>
              <a:r>
                <a:rPr lang="en-US" sz="2641" b="true">
                  <a:solidFill>
                    <a:srgbClr val="000000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🤖</a:t>
              </a:r>
              <a:r>
                <a:rPr lang="en-US" sz="2641" b="true">
                  <a:solidFill>
                    <a:srgbClr val="E0D6DE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 AI Integration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0" y="5052932"/>
              <a:ext cx="9480209" cy="4762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41"/>
                </a:lnSpc>
              </a:pPr>
              <a:r>
                <a:rPr lang="en-US" sz="2003">
                  <a:solidFill>
                    <a:srgbClr val="E0D6DE"/>
                  </a:solidFill>
                  <a:latin typeface="Inter"/>
                  <a:ea typeface="Inter"/>
                  <a:cs typeface="Inter"/>
                  <a:sym typeface="Inter"/>
                </a:rPr>
                <a:t>Smart quest suggestions and adaptive difficulty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0" y="5974035"/>
              <a:ext cx="688579" cy="4589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41"/>
                </a:lnSpc>
              </a:pPr>
              <a:r>
                <a:rPr lang="en-US" sz="2003">
                  <a:solidFill>
                    <a:srgbClr val="E0D6DE"/>
                  </a:solidFill>
                  <a:latin typeface="Petrona Light"/>
                  <a:ea typeface="Petrona Light"/>
                  <a:cs typeface="Petrona Light"/>
                  <a:sym typeface="Petrona Light"/>
                </a:rPr>
                <a:t>03</a:t>
              </a:r>
            </a:p>
          </p:txBody>
        </p:sp>
        <p:grpSp>
          <p:nvGrpSpPr>
            <p:cNvPr name="Group 28" id="28"/>
            <p:cNvGrpSpPr/>
            <p:nvPr/>
          </p:nvGrpSpPr>
          <p:grpSpPr>
            <a:xfrm rot="0">
              <a:off x="0" y="6481819"/>
              <a:ext cx="9480209" cy="37017"/>
              <a:chOff x="0" y="0"/>
              <a:chExt cx="6504978" cy="25400"/>
            </a:xfrm>
          </p:grpSpPr>
          <p:sp>
            <p:nvSpPr>
              <p:cNvPr name="Freeform 29" id="29" descr="preencoded.png"/>
              <p:cNvSpPr/>
              <p:nvPr/>
            </p:nvSpPr>
            <p:spPr>
              <a:xfrm flipH="false" flipV="false" rot="0">
                <a:off x="0" y="0"/>
                <a:ext cx="6504940" cy="25400"/>
              </a:xfrm>
              <a:custGeom>
                <a:avLst/>
                <a:gdLst/>
                <a:ahLst/>
                <a:cxnLst/>
                <a:rect r="r" b="b" t="t" l="l"/>
                <a:pathLst>
                  <a:path h="25400" w="6504940">
                    <a:moveTo>
                      <a:pt x="0" y="0"/>
                    </a:moveTo>
                    <a:lnTo>
                      <a:pt x="6504940" y="0"/>
                    </a:lnTo>
                    <a:lnTo>
                      <a:pt x="6504940" y="25400"/>
                    </a:lnTo>
                    <a:lnTo>
                      <a:pt x="0" y="25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0" t="-19" r="0" b="-30"/>
                </a:stretch>
              </a:blipFill>
            </p:spPr>
          </p:sp>
        </p:grpSp>
        <p:sp>
          <p:nvSpPr>
            <p:cNvPr name="TextBox 30" id="30"/>
            <p:cNvSpPr txBox="true"/>
            <p:nvPr/>
          </p:nvSpPr>
          <p:spPr>
            <a:xfrm rot="0">
              <a:off x="0" y="6777695"/>
              <a:ext cx="4519305" cy="6023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79"/>
                </a:lnSpc>
              </a:pPr>
              <a:r>
                <a:rPr lang="en-US" sz="2641" b="true">
                  <a:solidFill>
                    <a:srgbClr val="000000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👥</a:t>
              </a:r>
              <a:r>
                <a:rPr lang="en-US" sz="2641" b="true">
                  <a:solidFill>
                    <a:srgbClr val="E0D6DE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 Enhanced Social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0" y="7566653"/>
              <a:ext cx="9480209" cy="4947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41"/>
                </a:lnSpc>
              </a:pPr>
              <a:r>
                <a:rPr lang="en-US" sz="2003">
                  <a:solidFill>
                    <a:srgbClr val="E0D6DE"/>
                  </a:solidFill>
                  <a:latin typeface="Inter"/>
                  <a:ea typeface="Inter"/>
                  <a:cs typeface="Inter"/>
                  <a:sym typeface="Inter"/>
                </a:rPr>
                <a:t>Guilds, team quests, real-time chat </a:t>
              </a:r>
              <a:r>
                <a:rPr lang="en-US" sz="2003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💬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0" y="8506266"/>
              <a:ext cx="688579" cy="4589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41"/>
                </a:lnSpc>
              </a:pPr>
              <a:r>
                <a:rPr lang="en-US" sz="2003">
                  <a:solidFill>
                    <a:srgbClr val="E0D6DE"/>
                  </a:solidFill>
                  <a:latin typeface="Petrona Light"/>
                  <a:ea typeface="Petrona Light"/>
                  <a:cs typeface="Petrona Light"/>
                  <a:sym typeface="Petrona Light"/>
                </a:rPr>
                <a:t>04</a:t>
              </a:r>
            </a:p>
          </p:txBody>
        </p:sp>
        <p:grpSp>
          <p:nvGrpSpPr>
            <p:cNvPr name="Group 33" id="33"/>
            <p:cNvGrpSpPr/>
            <p:nvPr/>
          </p:nvGrpSpPr>
          <p:grpSpPr>
            <a:xfrm rot="0">
              <a:off x="0" y="8979623"/>
              <a:ext cx="9480209" cy="37017"/>
              <a:chOff x="0" y="0"/>
              <a:chExt cx="6504978" cy="25400"/>
            </a:xfrm>
          </p:grpSpPr>
          <p:sp>
            <p:nvSpPr>
              <p:cNvPr name="Freeform 34" id="34" descr="preencoded.png"/>
              <p:cNvSpPr/>
              <p:nvPr/>
            </p:nvSpPr>
            <p:spPr>
              <a:xfrm flipH="false" flipV="false" rot="0">
                <a:off x="0" y="0"/>
                <a:ext cx="6504940" cy="25400"/>
              </a:xfrm>
              <a:custGeom>
                <a:avLst/>
                <a:gdLst/>
                <a:ahLst/>
                <a:cxnLst/>
                <a:rect r="r" b="b" t="t" l="l"/>
                <a:pathLst>
                  <a:path h="25400" w="6504940">
                    <a:moveTo>
                      <a:pt x="0" y="0"/>
                    </a:moveTo>
                    <a:lnTo>
                      <a:pt x="6504940" y="0"/>
                    </a:lnTo>
                    <a:lnTo>
                      <a:pt x="6504940" y="25400"/>
                    </a:lnTo>
                    <a:lnTo>
                      <a:pt x="0" y="25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0" t="-19" r="0" b="-30"/>
                </a:stretch>
              </a:blipFill>
            </p:spPr>
          </p:sp>
        </p:grpSp>
        <p:sp>
          <p:nvSpPr>
            <p:cNvPr name="TextBox 35" id="35"/>
            <p:cNvSpPr txBox="true"/>
            <p:nvPr/>
          </p:nvSpPr>
          <p:spPr>
            <a:xfrm rot="0">
              <a:off x="0" y="9309925"/>
              <a:ext cx="4519305" cy="6023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79"/>
                </a:lnSpc>
              </a:pPr>
              <a:r>
                <a:rPr lang="en-US" sz="2641" b="true">
                  <a:solidFill>
                    <a:srgbClr val="000000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🔗</a:t>
              </a:r>
              <a:r>
                <a:rPr lang="en-US" sz="2641" b="true">
                  <a:solidFill>
                    <a:srgbClr val="E0D6DE"/>
                  </a:solidFill>
                  <a:latin typeface="Petrona Bold"/>
                  <a:ea typeface="Petrona Bold"/>
                  <a:cs typeface="Petrona Bold"/>
                  <a:sym typeface="Petrona Bold"/>
                </a:rPr>
                <a:t> Integrations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0" y="10098865"/>
              <a:ext cx="9480209" cy="4947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41"/>
                </a:lnSpc>
              </a:pPr>
              <a:r>
                <a:rPr lang="en-US" sz="2003">
                  <a:solidFill>
                    <a:srgbClr val="E0D6DE"/>
                  </a:solidFill>
                  <a:latin typeface="Inter"/>
                  <a:ea typeface="Inter"/>
                  <a:cs typeface="Inter"/>
                  <a:sym typeface="Inter"/>
                </a:rPr>
                <a:t>Calendar, productivity tools, wearables </a:t>
              </a:r>
              <a:r>
                <a:rPr lang="en-US" sz="2003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⌚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DAHHgnvDxkI</dc:identifier>
  <dcterms:modified xsi:type="dcterms:W3CDTF">2011-08-01T06:04:30Z</dcterms:modified>
  <cp:revision>1</cp:revision>
  <dc:title>LifeRPG-Gamify-Your-Life.pptx</dc:title>
</cp:coreProperties>
</file>