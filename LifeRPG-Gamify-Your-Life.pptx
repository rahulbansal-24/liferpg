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etrona Bold" charset="1" panose="00000000000000000000"/>
      <p:regular r:id="rId21"/>
    </p:embeddedFont>
    <p:embeddedFont>
      <p:font typeface="Inter" charset="1" panose="02000503000000020004"/>
      <p:regular r:id="rId22"/>
    </p:embeddedFont>
    <p:embeddedFont>
      <p:font typeface="Canva Sans" charset="1" panose="020B0503030501040103"/>
      <p:regular r:id="rId24"/>
    </p:embeddedFont>
    <p:embeddedFont>
      <p:font typeface="Canva Sans Bold" charset="1" panose="020B0803030501040103"/>
      <p:regular r:id="rId25"/>
    </p:embeddedFont>
    <p:embeddedFont>
      <p:font typeface="Inter Bold" charset="1" panose="02000503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31.png" Type="http://schemas.openxmlformats.org/officeDocument/2006/relationships/image"/><Relationship Id="rId21" Target="../media/image32.sv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80027" y="3850763"/>
            <a:ext cx="9955099" cy="188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59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🎮</a:t>
            </a:r>
            <a:r>
              <a:rPr lang="en-US" sz="59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LifeRPG - Gamify Your Life!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764207"/>
            <a:ext cx="11715153" cy="62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322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⚔️</a:t>
            </a:r>
            <a:r>
              <a:rPr lang="en-US" sz="3226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Transform Your Daily Tasks into Epic Adventures ⚒️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64454" y="2025252"/>
            <a:ext cx="14159092" cy="822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1" indent="-434710" lvl="1">
              <a:lnSpc>
                <a:spcPts val="6555"/>
              </a:lnSpc>
              <a:buFont typeface="Arial"/>
              <a:buChar char="•"/>
            </a:pP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Modern </a:t>
            </a:r>
            <a:r>
              <a:rPr lang="en-US" b="true" sz="4026">
                <a:solidFill>
                  <a:srgbClr val="E0D6D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social media platforms </a:t>
            </a: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often promote time-wasting habits, reduce productivity, and expose users to unrealistic or low-value content. </a:t>
            </a:r>
          </a:p>
          <a:p>
            <a:pPr algn="l" marL="869421" indent="-434710" lvl="1">
              <a:lnSpc>
                <a:spcPts val="6555"/>
              </a:lnSpc>
              <a:buFont typeface="Arial"/>
              <a:buChar char="•"/>
            </a:pP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At the same time, </a:t>
            </a:r>
            <a:r>
              <a:rPr lang="en-US" b="true" sz="4026">
                <a:solidFill>
                  <a:srgbClr val="E0D6D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traditional productivity tools</a:t>
            </a: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 lack engagement and fail to motivate consistent action.</a:t>
            </a:r>
          </a:p>
          <a:p>
            <a:pPr algn="l" marL="869421" indent="-434710" lvl="1">
              <a:lnSpc>
                <a:spcPts val="6555"/>
              </a:lnSpc>
              <a:buFont typeface="Arial"/>
              <a:buChar char="•"/>
            </a:pPr>
            <a:r>
              <a:rPr lang="en-US" sz="4026">
                <a:solidFill>
                  <a:srgbClr val="E0D6DE"/>
                </a:solidFill>
                <a:latin typeface="Canva Sans"/>
                <a:ea typeface="Canva Sans"/>
                <a:cs typeface="Canva Sans"/>
                <a:sym typeface="Canva Sans"/>
              </a:rPr>
              <a:t>There is a need for an interactive, meaningful system that replaces passive consumption with active self-improvement while effectively tracking real-life progress.</a:t>
            </a:r>
          </a:p>
          <a:p>
            <a:pPr algn="l">
              <a:lnSpc>
                <a:spcPts val="655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66450" y="585962"/>
            <a:ext cx="9955099" cy="88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4"/>
              </a:lnSpc>
            </a:pPr>
            <a:r>
              <a:rPr lang="en-US" sz="55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Problem Statement ⚠️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1091" y="1873710"/>
            <a:ext cx="18288000" cy="738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3626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sz="3626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ifeRPG addresses the problems through following ways: </a:t>
            </a:r>
          </a:p>
          <a:p>
            <a:pPr algn="l" marL="783063" indent="-391531" lvl="1">
              <a:lnSpc>
                <a:spcPts val="5904"/>
              </a:lnSpc>
              <a:buFont typeface="Arial"/>
              <a:buChar char="•"/>
            </a:pPr>
            <a:r>
              <a:rPr lang="en-US" b="true" sz="3626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Replaces passive scrolling with active growth:</a:t>
            </a:r>
            <a:r>
              <a:rPr lang="en-US" sz="3626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Converts real-life tasks into quests, shifting users from consuming content to building habits.</a:t>
            </a:r>
          </a:p>
          <a:p>
            <a:pPr algn="l" marL="783063" indent="-391531" lvl="1">
              <a:lnSpc>
                <a:spcPts val="5904"/>
              </a:lnSpc>
              <a:buFont typeface="Arial"/>
              <a:buChar char="•"/>
            </a:pPr>
            <a:r>
              <a:rPr lang="en-US" b="true" sz="3626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Gamified mo</a:t>
            </a:r>
            <a:r>
              <a:rPr lang="en-US" b="true" sz="3626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tivation system:</a:t>
            </a:r>
            <a:r>
              <a:rPr lang="en-US" sz="3626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XP, stars, and skill progression (intelligence, strength, discipline, charisma) make productivity engaging and rewarding.</a:t>
            </a:r>
          </a:p>
          <a:p>
            <a:pPr algn="l" marL="783063" indent="-391531" lvl="1">
              <a:lnSpc>
                <a:spcPts val="5904"/>
              </a:lnSpc>
              <a:buFont typeface="Arial"/>
              <a:buChar char="•"/>
            </a:pPr>
            <a:r>
              <a:rPr lang="en-US" b="true" sz="3626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Meaningful social interaction:</a:t>
            </a:r>
            <a:r>
              <a:rPr lang="en-US" sz="3626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Users share real achievements instead of fake or low-value content, creating a positive community.</a:t>
            </a:r>
          </a:p>
          <a:p>
            <a:pPr algn="l" marL="783063" indent="-391531" lvl="1">
              <a:lnSpc>
                <a:spcPts val="5904"/>
              </a:lnSpc>
              <a:buFont typeface="Arial"/>
              <a:buChar char="•"/>
            </a:pPr>
            <a:r>
              <a:rPr lang="en-US" b="true" sz="3626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Consistency through structure:</a:t>
            </a:r>
            <a:r>
              <a:rPr lang="en-US" sz="3626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Daily challenges, progress tracking, and level-based progression encourage long-term discipline and habit building.</a:t>
            </a:r>
          </a:p>
          <a:p>
            <a:pPr algn="l">
              <a:lnSpc>
                <a:spcPts val="590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66450" y="585962"/>
            <a:ext cx="9955099" cy="88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4"/>
              </a:lnSpc>
            </a:pPr>
            <a:r>
              <a:rPr lang="en-US" sz="55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Ou</a:t>
            </a:r>
            <a:r>
              <a:rPr lang="en-US" sz="55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r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521" y="928688"/>
            <a:ext cx="7336407" cy="8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5474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What is LifeRPG?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07521" y="1744113"/>
            <a:ext cx="4798219" cy="4798219"/>
            <a:chOff x="0" y="0"/>
            <a:chExt cx="6397625" cy="63976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397625" cy="6397625"/>
            </a:xfrm>
            <a:custGeom>
              <a:avLst/>
              <a:gdLst/>
              <a:ahLst/>
              <a:cxnLst/>
              <a:rect r="r" b="b" t="t" l="l"/>
              <a:pathLst>
                <a:path h="6397625" w="6397625">
                  <a:moveTo>
                    <a:pt x="0" y="0"/>
                  </a:moveTo>
                  <a:lnTo>
                    <a:pt x="6397625" y="0"/>
                  </a:lnTo>
                  <a:lnTo>
                    <a:pt x="6397625" y="6397625"/>
                  </a:lnTo>
                  <a:lnTo>
                    <a:pt x="0" y="6397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098059" y="3162300"/>
            <a:ext cx="8848645" cy="54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486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A Revolutionary Gamified Life Manager </a:t>
            </a:r>
            <a:r>
              <a:rPr lang="en-US" sz="3486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🎯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4073" y="3863426"/>
            <a:ext cx="9355636" cy="174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LifeRPG transforms boring routines into exciting RPG quests, making personal development addictive and fun. Turn everyday tasks into epic adventures with XP rewards, level-ups, global competition and exciting coupon rewards.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90511" y="6724704"/>
            <a:ext cx="5259351" cy="2533596"/>
          </a:xfrm>
          <a:custGeom>
            <a:avLst/>
            <a:gdLst/>
            <a:ahLst/>
            <a:cxnLst/>
            <a:rect r="r" b="b" t="t" l="l"/>
            <a:pathLst>
              <a:path h="2533596" w="5259351">
                <a:moveTo>
                  <a:pt x="0" y="0"/>
                </a:moveTo>
                <a:lnTo>
                  <a:pt x="5259351" y="0"/>
                </a:lnTo>
                <a:lnTo>
                  <a:pt x="5259351" y="2533596"/>
                </a:lnTo>
                <a:lnTo>
                  <a:pt x="0" y="2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39325" y="6973518"/>
            <a:ext cx="699777" cy="699777"/>
            <a:chOff x="0" y="0"/>
            <a:chExt cx="850519" cy="85051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0"/>
                  </a:moveTo>
                  <a:lnTo>
                    <a:pt x="850519" y="0"/>
                  </a:lnTo>
                  <a:lnTo>
                    <a:pt x="850519" y="850519"/>
                  </a:lnTo>
                  <a:lnTo>
                    <a:pt x="0" y="850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531819" y="7165845"/>
            <a:ext cx="314779" cy="314779"/>
          </a:xfrm>
          <a:custGeom>
            <a:avLst/>
            <a:gdLst/>
            <a:ahLst/>
            <a:cxnLst/>
            <a:rect r="r" b="b" t="t" l="l"/>
            <a:pathLst>
              <a:path h="314779" w="314779">
                <a:moveTo>
                  <a:pt x="0" y="0"/>
                </a:moveTo>
                <a:lnTo>
                  <a:pt x="314779" y="0"/>
                </a:lnTo>
                <a:lnTo>
                  <a:pt x="314779" y="314779"/>
                </a:lnTo>
                <a:lnTo>
                  <a:pt x="0" y="31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613" r="0" b="-161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39325" y="7817717"/>
            <a:ext cx="3657696" cy="40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59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Gamification Engine </a:t>
            </a:r>
            <a:r>
              <a:rPr lang="en-US" sz="25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💡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3456" y="8322618"/>
            <a:ext cx="4761691" cy="69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98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Transform tasks into quests with XP rewards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14248" y="6724704"/>
            <a:ext cx="5259351" cy="2533596"/>
          </a:xfrm>
          <a:custGeom>
            <a:avLst/>
            <a:gdLst/>
            <a:ahLst/>
            <a:cxnLst/>
            <a:rect r="r" b="b" t="t" l="l"/>
            <a:pathLst>
              <a:path h="2533596" w="5259351">
                <a:moveTo>
                  <a:pt x="0" y="0"/>
                </a:moveTo>
                <a:lnTo>
                  <a:pt x="5259351" y="0"/>
                </a:lnTo>
                <a:lnTo>
                  <a:pt x="5259351" y="2533596"/>
                </a:lnTo>
                <a:lnTo>
                  <a:pt x="0" y="2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763072" y="6973518"/>
            <a:ext cx="699777" cy="699777"/>
            <a:chOff x="0" y="0"/>
            <a:chExt cx="850519" cy="85051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0"/>
                  </a:moveTo>
                  <a:lnTo>
                    <a:pt x="850519" y="0"/>
                  </a:lnTo>
                  <a:lnTo>
                    <a:pt x="850519" y="850519"/>
                  </a:lnTo>
                  <a:lnTo>
                    <a:pt x="0" y="850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6955556" y="7165845"/>
            <a:ext cx="314779" cy="314779"/>
          </a:xfrm>
          <a:custGeom>
            <a:avLst/>
            <a:gdLst/>
            <a:ahLst/>
            <a:cxnLst/>
            <a:rect r="r" b="b" t="t" l="l"/>
            <a:pathLst>
              <a:path h="314779" w="314779">
                <a:moveTo>
                  <a:pt x="0" y="0"/>
                </a:moveTo>
                <a:lnTo>
                  <a:pt x="314779" y="0"/>
                </a:lnTo>
                <a:lnTo>
                  <a:pt x="314779" y="314779"/>
                </a:lnTo>
                <a:lnTo>
                  <a:pt x="0" y="3147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763072" y="7817717"/>
            <a:ext cx="3613233" cy="40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59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Progression System </a:t>
            </a:r>
            <a:r>
              <a:rPr lang="en-US" sz="25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🏆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0690" y="8322618"/>
            <a:ext cx="4761691" cy="69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98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50-level RPG-style leveling with stat boosts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37995" y="6724704"/>
            <a:ext cx="5259351" cy="2533596"/>
          </a:xfrm>
          <a:custGeom>
            <a:avLst/>
            <a:gdLst/>
            <a:ahLst/>
            <a:cxnLst/>
            <a:rect r="r" b="b" t="t" l="l"/>
            <a:pathLst>
              <a:path h="2533596" w="5259351">
                <a:moveTo>
                  <a:pt x="0" y="0"/>
                </a:moveTo>
                <a:lnTo>
                  <a:pt x="5259351" y="0"/>
                </a:lnTo>
                <a:lnTo>
                  <a:pt x="5259351" y="2533596"/>
                </a:lnTo>
                <a:lnTo>
                  <a:pt x="0" y="2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186809" y="6973518"/>
            <a:ext cx="699777" cy="699777"/>
            <a:chOff x="0" y="0"/>
            <a:chExt cx="850519" cy="85051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0"/>
                  </a:moveTo>
                  <a:lnTo>
                    <a:pt x="850519" y="0"/>
                  </a:lnTo>
                  <a:lnTo>
                    <a:pt x="850519" y="850519"/>
                  </a:lnTo>
                  <a:lnTo>
                    <a:pt x="0" y="850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379303" y="7165845"/>
            <a:ext cx="314779" cy="314779"/>
          </a:xfrm>
          <a:custGeom>
            <a:avLst/>
            <a:gdLst/>
            <a:ahLst/>
            <a:cxnLst/>
            <a:rect r="r" b="b" t="t" l="l"/>
            <a:pathLst>
              <a:path h="314779" w="314779">
                <a:moveTo>
                  <a:pt x="0" y="0"/>
                </a:moveTo>
                <a:lnTo>
                  <a:pt x="314779" y="0"/>
                </a:lnTo>
                <a:lnTo>
                  <a:pt x="314779" y="314779"/>
                </a:lnTo>
                <a:lnTo>
                  <a:pt x="0" y="3147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226" t="0" r="-3226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186809" y="7817717"/>
            <a:ext cx="3759894" cy="40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59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Social Competition </a:t>
            </a:r>
            <a:r>
              <a:rPr lang="en-US" sz="259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699" y="8322618"/>
            <a:ext cx="4761691" cy="69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98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Real-time leaderboard and achievements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945804" y="251266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2" y="0"/>
                </a:lnTo>
                <a:lnTo>
                  <a:pt x="675532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858" r="0" b="-986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6518519" y="251266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3" y="0"/>
                </a:lnTo>
                <a:lnTo>
                  <a:pt x="675533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225" r="0" b="-4224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2091245" y="251266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2" y="0"/>
                </a:lnTo>
                <a:lnTo>
                  <a:pt x="675532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03" t="0" r="-704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45804" y="491117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2" y="0"/>
                </a:lnTo>
                <a:lnTo>
                  <a:pt x="675532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929" t="0" r="-4929" b="0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6518519" y="491117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3" y="0"/>
                </a:lnTo>
                <a:lnTo>
                  <a:pt x="675533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042" r="0" b="-7041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12091245" y="4911176"/>
            <a:ext cx="675532" cy="675532"/>
          </a:xfrm>
          <a:custGeom>
            <a:avLst/>
            <a:gdLst/>
            <a:ahLst/>
            <a:cxnLst/>
            <a:rect r="r" b="b" t="t" l="l"/>
            <a:pathLst>
              <a:path h="675532" w="675532">
                <a:moveTo>
                  <a:pt x="0" y="0"/>
                </a:moveTo>
                <a:lnTo>
                  <a:pt x="675532" y="0"/>
                </a:lnTo>
                <a:lnTo>
                  <a:pt x="675532" y="675532"/>
                </a:lnTo>
                <a:lnTo>
                  <a:pt x="0" y="6755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4084" r="0" b="-14084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945804" y="7330678"/>
            <a:ext cx="759323" cy="759323"/>
          </a:xfrm>
          <a:custGeom>
            <a:avLst/>
            <a:gdLst/>
            <a:ahLst/>
            <a:cxnLst/>
            <a:rect r="r" b="b" t="t" l="l"/>
            <a:pathLst>
              <a:path h="759323" w="759323">
                <a:moveTo>
                  <a:pt x="0" y="0"/>
                </a:moveTo>
                <a:lnTo>
                  <a:pt x="759323" y="0"/>
                </a:lnTo>
                <a:lnTo>
                  <a:pt x="759323" y="759324"/>
                </a:lnTo>
                <a:lnTo>
                  <a:pt x="0" y="7593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9155" r="0" b="-915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18519" y="7302103"/>
            <a:ext cx="772754" cy="736224"/>
          </a:xfrm>
          <a:custGeom>
            <a:avLst/>
            <a:gdLst/>
            <a:ahLst/>
            <a:cxnLst/>
            <a:rect r="r" b="b" t="t" l="l"/>
            <a:pathLst>
              <a:path h="736224" w="772754">
                <a:moveTo>
                  <a:pt x="0" y="0"/>
                </a:moveTo>
                <a:lnTo>
                  <a:pt x="772754" y="0"/>
                </a:lnTo>
                <a:lnTo>
                  <a:pt x="772754" y="736224"/>
                </a:lnTo>
                <a:lnTo>
                  <a:pt x="0" y="7362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75462" y="7259930"/>
            <a:ext cx="691315" cy="1222583"/>
          </a:xfrm>
          <a:custGeom>
            <a:avLst/>
            <a:gdLst/>
            <a:ahLst/>
            <a:cxnLst/>
            <a:rect r="r" b="b" t="t" l="l"/>
            <a:pathLst>
              <a:path h="1222583" w="691315">
                <a:moveTo>
                  <a:pt x="0" y="0"/>
                </a:moveTo>
                <a:lnTo>
                  <a:pt x="691315" y="0"/>
                </a:lnTo>
                <a:lnTo>
                  <a:pt x="691315" y="1222583"/>
                </a:lnTo>
                <a:lnTo>
                  <a:pt x="0" y="12225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5804" y="1015603"/>
            <a:ext cx="13934923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🚀</a:t>
            </a:r>
            <a:r>
              <a:rPr lang="en-US" sz="556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Key Features That Level Up Your Life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3252" y="2455516"/>
            <a:ext cx="4168083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Secure Authentication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3252" y="2977010"/>
            <a:ext cx="4253360" cy="1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Custom avatars, personalized profiles, and password recovery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5968" y="2562158"/>
            <a:ext cx="3533081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XP &amp; Leveling System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5968" y="2977010"/>
            <a:ext cx="4253360" cy="1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Animated progress bars, level-up rewards, and 50-level progression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8693" y="2455516"/>
            <a:ext cx="3311327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Dynamic Quest Pool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88693" y="2977010"/>
            <a:ext cx="4253360" cy="1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5 daily quests from curated pool, smart selection, main quests for goals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3252" y="4854026"/>
            <a:ext cx="3546872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Character Stats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43252" y="5375519"/>
            <a:ext cx="4253360" cy="99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Strength, Intelligence, Discipline, Charisma with visual tracking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15968" y="4854026"/>
            <a:ext cx="4253360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Real-time Leaderboard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5968" y="5242017"/>
            <a:ext cx="4253360" cy="99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Global rankings and competitive gameplay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88693" y="4854026"/>
            <a:ext cx="3198813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Mage Guide System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88693" y="5375519"/>
            <a:ext cx="4253360" cy="1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Interactive companion with contextual tips throughout your journey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43252" y="7273528"/>
            <a:ext cx="3546872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Chronicles System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43252" y="7795022"/>
            <a:ext cx="4253360" cy="1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Posts with images, WYSIWYG editor, likes, comments, and quest integration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15968" y="7273528"/>
            <a:ext cx="3546872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Coupon Marketplace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15968" y="7795022"/>
            <a:ext cx="4253360" cy="207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Fan</a:t>
            </a: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tasy-themed reward marketplace where users redeem brand discount coupons using LifeRPG coins earned through real-life achievements.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88693" y="7273528"/>
            <a:ext cx="3546872" cy="43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Enter</a:t>
            </a:r>
            <a:r>
              <a:rPr lang="en-US" sz="275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prise Portal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88693" y="7795022"/>
            <a:ext cx="4253360" cy="165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merchan</a:t>
            </a:r>
            <a:r>
              <a:rPr lang="en-US" sz="21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 dashboard for brands to create, manage, and track coupon campaigns, redemptions, and user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61963"/>
            <a:ext cx="8427091" cy="92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6"/>
              </a:lnSpc>
            </a:pPr>
            <a:r>
              <a:rPr lang="en-US" sz="574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🛠️</a:t>
            </a:r>
            <a:r>
              <a:rPr lang="en-US" sz="5749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Technology Stack </a:t>
            </a:r>
            <a:r>
              <a:rPr lang="en-US" sz="574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1060" y="1839068"/>
            <a:ext cx="5256905" cy="62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6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🎨</a:t>
            </a:r>
            <a:r>
              <a:rPr lang="en-US" sz="3436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Frontend Technologies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7710" y="3369621"/>
            <a:ext cx="3814191" cy="2752725"/>
          </a:xfrm>
          <a:custGeom>
            <a:avLst/>
            <a:gdLst/>
            <a:ahLst/>
            <a:cxnLst/>
            <a:rect r="r" b="b" t="t" l="l"/>
            <a:pathLst>
              <a:path h="2752725" w="3814191">
                <a:moveTo>
                  <a:pt x="0" y="0"/>
                </a:moveTo>
                <a:lnTo>
                  <a:pt x="3814191" y="0"/>
                </a:lnTo>
                <a:lnTo>
                  <a:pt x="3814191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38660" y="3388671"/>
            <a:ext cx="152400" cy="2714625"/>
            <a:chOff x="0" y="0"/>
            <a:chExt cx="203200" cy="36195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032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19500"/>
                  </a:lnTo>
                  <a:lnTo>
                    <a:pt x="0" y="361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81" t="0" r="-208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08214" y="3667716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⚛️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React (Vite)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214" y="4305005"/>
            <a:ext cx="3027464" cy="148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Modern UI framework with blazing fast performance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008512" y="3369621"/>
            <a:ext cx="3814191" cy="2752725"/>
          </a:xfrm>
          <a:custGeom>
            <a:avLst/>
            <a:gdLst/>
            <a:ahLst/>
            <a:cxnLst/>
            <a:rect r="r" b="b" t="t" l="l"/>
            <a:pathLst>
              <a:path h="2752725" w="3814191">
                <a:moveTo>
                  <a:pt x="0" y="0"/>
                </a:moveTo>
                <a:lnTo>
                  <a:pt x="3814191" y="0"/>
                </a:lnTo>
                <a:lnTo>
                  <a:pt x="3814191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989462" y="3388671"/>
            <a:ext cx="152400" cy="2714625"/>
            <a:chOff x="0" y="0"/>
            <a:chExt cx="203200" cy="36195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032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19500"/>
                  </a:lnTo>
                  <a:lnTo>
                    <a:pt x="0" y="361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81" t="0" r="-208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459016" y="3667716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🎨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Tailwind CSS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59016" y="4305005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Utility-first styling for rapid development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57710" y="6358976"/>
            <a:ext cx="3814096" cy="2767584"/>
          </a:xfrm>
          <a:custGeom>
            <a:avLst/>
            <a:gdLst/>
            <a:ahLst/>
            <a:cxnLst/>
            <a:rect r="r" b="b" t="t" l="l"/>
            <a:pathLst>
              <a:path h="2767584" w="3814096">
                <a:moveTo>
                  <a:pt x="0" y="0"/>
                </a:moveTo>
                <a:lnTo>
                  <a:pt x="3814096" y="0"/>
                </a:lnTo>
                <a:lnTo>
                  <a:pt x="3814096" y="2767584"/>
                </a:lnTo>
                <a:lnTo>
                  <a:pt x="0" y="27675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38660" y="6378026"/>
            <a:ext cx="152400" cy="2729484"/>
            <a:chOff x="0" y="0"/>
            <a:chExt cx="203200" cy="363931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03200" cy="3639312"/>
            </a:xfrm>
            <a:custGeom>
              <a:avLst/>
              <a:gdLst/>
              <a:ahLst/>
              <a:cxnLst/>
              <a:rect r="r" b="b" t="t" l="l"/>
              <a:pathLst>
                <a:path h="363931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39312"/>
                  </a:lnTo>
                  <a:lnTo>
                    <a:pt x="0" y="363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12" t="0" r="-191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08214" y="6657080"/>
            <a:ext cx="3027464" cy="97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✨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Framer Motion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8214" y="7752159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Smooth animations and micro-interactions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008512" y="6358976"/>
            <a:ext cx="3814096" cy="2767584"/>
          </a:xfrm>
          <a:custGeom>
            <a:avLst/>
            <a:gdLst/>
            <a:ahLst/>
            <a:cxnLst/>
            <a:rect r="r" b="b" t="t" l="l"/>
            <a:pathLst>
              <a:path h="2767584" w="3814096">
                <a:moveTo>
                  <a:pt x="0" y="0"/>
                </a:moveTo>
                <a:lnTo>
                  <a:pt x="3814095" y="0"/>
                </a:lnTo>
                <a:lnTo>
                  <a:pt x="3814095" y="2767584"/>
                </a:lnTo>
                <a:lnTo>
                  <a:pt x="0" y="27675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989462" y="6378026"/>
            <a:ext cx="152400" cy="2729484"/>
            <a:chOff x="0" y="0"/>
            <a:chExt cx="203200" cy="363931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03200" cy="3639312"/>
            </a:xfrm>
            <a:custGeom>
              <a:avLst/>
              <a:gdLst/>
              <a:ahLst/>
              <a:cxnLst/>
              <a:rect r="r" b="b" t="t" l="l"/>
              <a:pathLst>
                <a:path h="363931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39312"/>
                  </a:lnTo>
                  <a:lnTo>
                    <a:pt x="0" y="363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12" t="0" r="-1912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59016" y="6657080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📡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Axios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59016" y="7294359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API communication and data handling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5791" y="1839068"/>
            <a:ext cx="5128622" cy="62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6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🚀</a:t>
            </a:r>
            <a:r>
              <a:rPr lang="en-US" sz="3436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Backend Technologies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474841" y="3369621"/>
            <a:ext cx="3814191" cy="2309812"/>
          </a:xfrm>
          <a:custGeom>
            <a:avLst/>
            <a:gdLst/>
            <a:ahLst/>
            <a:cxnLst/>
            <a:rect r="r" b="b" t="t" l="l"/>
            <a:pathLst>
              <a:path h="2309812" w="3814191">
                <a:moveTo>
                  <a:pt x="0" y="0"/>
                </a:moveTo>
                <a:lnTo>
                  <a:pt x="3814191" y="0"/>
                </a:lnTo>
                <a:lnTo>
                  <a:pt x="3814191" y="2309813"/>
                </a:lnTo>
                <a:lnTo>
                  <a:pt x="0" y="2309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455791" y="3388671"/>
            <a:ext cx="152400" cy="2271712"/>
            <a:chOff x="0" y="0"/>
            <a:chExt cx="203200" cy="302895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203200" cy="3028950"/>
            </a:xfrm>
            <a:custGeom>
              <a:avLst/>
              <a:gdLst/>
              <a:ahLst/>
              <a:cxnLst/>
              <a:rect r="r" b="b" t="t" l="l"/>
              <a:pathLst>
                <a:path h="302895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028950"/>
                  </a:lnTo>
                  <a:lnTo>
                    <a:pt x="0" y="302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937" t="0" r="-1937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925345" y="3667716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🟢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Node.js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25345" y="4305005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JavaScript runtime for server-side logic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525652" y="3369621"/>
            <a:ext cx="3814191" cy="2309812"/>
          </a:xfrm>
          <a:custGeom>
            <a:avLst/>
            <a:gdLst/>
            <a:ahLst/>
            <a:cxnLst/>
            <a:rect r="r" b="b" t="t" l="l"/>
            <a:pathLst>
              <a:path h="2309812" w="3814191">
                <a:moveTo>
                  <a:pt x="0" y="0"/>
                </a:moveTo>
                <a:lnTo>
                  <a:pt x="3814191" y="0"/>
                </a:lnTo>
                <a:lnTo>
                  <a:pt x="3814191" y="2309813"/>
                </a:lnTo>
                <a:lnTo>
                  <a:pt x="0" y="2309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506602" y="3388671"/>
            <a:ext cx="152400" cy="2271712"/>
            <a:chOff x="0" y="0"/>
            <a:chExt cx="203200" cy="302895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203200" cy="3028950"/>
            </a:xfrm>
            <a:custGeom>
              <a:avLst/>
              <a:gdLst/>
              <a:ahLst/>
              <a:cxnLst/>
              <a:rect r="r" b="b" t="t" l="l"/>
              <a:pathLst>
                <a:path h="302895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028950"/>
                  </a:lnTo>
                  <a:lnTo>
                    <a:pt x="0" y="302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937" t="0" r="-193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976147" y="3667716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🚂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Express.js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76147" y="4305005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Web framework for RESTful API endpoints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474841" y="5916063"/>
            <a:ext cx="3814096" cy="2767584"/>
          </a:xfrm>
          <a:custGeom>
            <a:avLst/>
            <a:gdLst/>
            <a:ahLst/>
            <a:cxnLst/>
            <a:rect r="r" b="b" t="t" l="l"/>
            <a:pathLst>
              <a:path h="2767584" w="3814096">
                <a:moveTo>
                  <a:pt x="0" y="0"/>
                </a:moveTo>
                <a:lnTo>
                  <a:pt x="3814096" y="0"/>
                </a:lnTo>
                <a:lnTo>
                  <a:pt x="3814096" y="2767584"/>
                </a:lnTo>
                <a:lnTo>
                  <a:pt x="0" y="27675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455791" y="5935113"/>
            <a:ext cx="152400" cy="2729484"/>
            <a:chOff x="0" y="0"/>
            <a:chExt cx="203200" cy="363931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03200" cy="3639312"/>
            </a:xfrm>
            <a:custGeom>
              <a:avLst/>
              <a:gdLst/>
              <a:ahLst/>
              <a:cxnLst/>
              <a:rect r="r" b="b" t="t" l="l"/>
              <a:pathLst>
                <a:path h="363931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39312"/>
                  </a:lnTo>
                  <a:lnTo>
                    <a:pt x="0" y="363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12" t="0" r="-1912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25345" y="6214167"/>
            <a:ext cx="3027464" cy="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🍃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MongoDB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25345" y="6851447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NoSQL database for flexible data storage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525652" y="5916063"/>
            <a:ext cx="3814096" cy="2767584"/>
          </a:xfrm>
          <a:custGeom>
            <a:avLst/>
            <a:gdLst/>
            <a:ahLst/>
            <a:cxnLst/>
            <a:rect r="r" b="b" t="t" l="l"/>
            <a:pathLst>
              <a:path h="2767584" w="3814096">
                <a:moveTo>
                  <a:pt x="0" y="0"/>
                </a:moveTo>
                <a:lnTo>
                  <a:pt x="3814096" y="0"/>
                </a:lnTo>
                <a:lnTo>
                  <a:pt x="3814096" y="2767584"/>
                </a:lnTo>
                <a:lnTo>
                  <a:pt x="0" y="27675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3506602" y="5935113"/>
            <a:ext cx="152400" cy="2729484"/>
            <a:chOff x="0" y="0"/>
            <a:chExt cx="203200" cy="363931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203200" cy="3639312"/>
            </a:xfrm>
            <a:custGeom>
              <a:avLst/>
              <a:gdLst/>
              <a:ahLst/>
              <a:cxnLst/>
              <a:rect r="r" b="b" t="t" l="l"/>
              <a:pathLst>
                <a:path h="3639312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639312"/>
                  </a:lnTo>
                  <a:lnTo>
                    <a:pt x="0" y="363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12" t="0" r="-1912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3976147" y="6214167"/>
            <a:ext cx="3027464" cy="97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🔐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JWT + </a:t>
            </a: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🔒</a:t>
            </a: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bcrypt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76147" y="7309247"/>
            <a:ext cx="3027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Secure authentication and password hashing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60778" y="182189"/>
            <a:ext cx="14829842" cy="9880382"/>
          </a:xfrm>
          <a:custGeom>
            <a:avLst/>
            <a:gdLst/>
            <a:ahLst/>
            <a:cxnLst/>
            <a:rect r="r" b="b" t="t" l="l"/>
            <a:pathLst>
              <a:path h="9880382" w="14829842">
                <a:moveTo>
                  <a:pt x="0" y="0"/>
                </a:moveTo>
                <a:lnTo>
                  <a:pt x="14829842" y="0"/>
                </a:lnTo>
                <a:lnTo>
                  <a:pt x="14829842" y="9880382"/>
                </a:lnTo>
                <a:lnTo>
                  <a:pt x="0" y="9880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4062" y="231115"/>
            <a:ext cx="17911892" cy="9829151"/>
          </a:xfrm>
          <a:custGeom>
            <a:avLst/>
            <a:gdLst/>
            <a:ahLst/>
            <a:cxnLst/>
            <a:rect r="r" b="b" t="t" l="l"/>
            <a:pathLst>
              <a:path h="9829151" w="17911892">
                <a:moveTo>
                  <a:pt x="0" y="0"/>
                </a:moveTo>
                <a:lnTo>
                  <a:pt x="17911892" y="0"/>
                </a:lnTo>
                <a:lnTo>
                  <a:pt x="17911892" y="9829151"/>
                </a:lnTo>
                <a:lnTo>
                  <a:pt x="0" y="9829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1282" y="747265"/>
            <a:ext cx="10711758" cy="91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5625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Core Functionality Deep Dive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1282" y="2275884"/>
            <a:ext cx="2766155" cy="2766155"/>
            <a:chOff x="0" y="0"/>
            <a:chExt cx="3688207" cy="368820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688207" cy="3688207"/>
            </a:xfrm>
            <a:custGeom>
              <a:avLst/>
              <a:gdLst/>
              <a:ahLst/>
              <a:cxnLst/>
              <a:rect r="r" b="b" t="t" l="l"/>
              <a:pathLst>
                <a:path h="3688207" w="3688207">
                  <a:moveTo>
                    <a:pt x="0" y="0"/>
                  </a:moveTo>
                  <a:lnTo>
                    <a:pt x="3688207" y="0"/>
                  </a:lnTo>
                  <a:lnTo>
                    <a:pt x="3688207" y="3688207"/>
                  </a:lnTo>
                  <a:lnTo>
                    <a:pt x="0" y="3688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35241" y="5379072"/>
            <a:ext cx="4494076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XP System Calculation </a:t>
            </a:r>
            <a:r>
              <a:rPr lang="en-US" sz="2811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282" y="5841654"/>
            <a:ext cx="3841994" cy="323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Dynamic XP calculations based on quest difficulty, completion time, and skill bonuses. 50-level progression with tiered boosts (0% to 25%) at milestone levels.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35766" y="2275884"/>
            <a:ext cx="2766155" cy="2766155"/>
            <a:chOff x="0" y="0"/>
            <a:chExt cx="3688207" cy="368820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688207" cy="3688207"/>
            </a:xfrm>
            <a:custGeom>
              <a:avLst/>
              <a:gdLst/>
              <a:ahLst/>
              <a:cxnLst/>
              <a:rect r="r" b="b" t="t" l="l"/>
              <a:pathLst>
                <a:path h="3688207" w="3688207">
                  <a:moveTo>
                    <a:pt x="0" y="0"/>
                  </a:moveTo>
                  <a:lnTo>
                    <a:pt x="3688207" y="0"/>
                  </a:lnTo>
                  <a:lnTo>
                    <a:pt x="3688207" y="3688207"/>
                  </a:lnTo>
                  <a:lnTo>
                    <a:pt x="0" y="3688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35766" y="5355431"/>
            <a:ext cx="3605060" cy="48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Quest Pool Engine </a:t>
            </a:r>
            <a:r>
              <a:rPr lang="en-US" sz="2811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35766" y="5841654"/>
            <a:ext cx="3841994" cy="277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Smart algorithm selects 5 daily quests from 25 curated options using date-based seeding. Main quests track long-term goals with skill-based rewards.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0240" y="2275884"/>
            <a:ext cx="2766155" cy="2766155"/>
            <a:chOff x="0" y="0"/>
            <a:chExt cx="3688207" cy="368820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688207" cy="3688207"/>
            </a:xfrm>
            <a:custGeom>
              <a:avLst/>
              <a:gdLst/>
              <a:ahLst/>
              <a:cxnLst/>
              <a:rect r="r" b="b" t="t" l="l"/>
              <a:pathLst>
                <a:path h="3688207" w="3688207">
                  <a:moveTo>
                    <a:pt x="0" y="0"/>
                  </a:moveTo>
                  <a:lnTo>
                    <a:pt x="3688207" y="0"/>
                  </a:lnTo>
                  <a:lnTo>
                    <a:pt x="3688207" y="3688207"/>
                  </a:lnTo>
                  <a:lnTo>
                    <a:pt x="0" y="3688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10240" y="5355431"/>
            <a:ext cx="3605060" cy="4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Mage Guide</a:t>
            </a:r>
            <a:r>
              <a:rPr lang="en-US" sz="2811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🧙‍♂️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0240" y="5841654"/>
            <a:ext cx="3841994" cy="183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Contextual tips and interactive companion provides guidance throughout user journey.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84723" y="2275884"/>
            <a:ext cx="2766155" cy="2766155"/>
            <a:chOff x="0" y="0"/>
            <a:chExt cx="3688207" cy="368820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688207" cy="3688207"/>
            </a:xfrm>
            <a:custGeom>
              <a:avLst/>
              <a:gdLst/>
              <a:ahLst/>
              <a:cxnLst/>
              <a:rect r="r" b="b" t="t" l="l"/>
              <a:pathLst>
                <a:path h="3688207" w="3688207">
                  <a:moveTo>
                    <a:pt x="0" y="0"/>
                  </a:moveTo>
                  <a:lnTo>
                    <a:pt x="3688207" y="0"/>
                  </a:lnTo>
                  <a:lnTo>
                    <a:pt x="3688207" y="3688207"/>
                  </a:lnTo>
                  <a:lnTo>
                    <a:pt x="0" y="3688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84723" y="5355431"/>
            <a:ext cx="377457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Chronicles System </a:t>
            </a:r>
            <a:r>
              <a:rPr lang="en-US" sz="2811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4723" y="5841654"/>
            <a:ext cx="3841994" cy="230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Advanced WYSIWYG editor with 16:9 cropping, perfect pixel-perfect images, likes, comments with replies, and quest achievement sharing.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79284"/>
            <a:ext cx="11204296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🎨</a:t>
            </a:r>
            <a:r>
              <a:rPr lang="en-US" sz="58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UI/UX Design Philosophy </a:t>
            </a: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🌙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2866730"/>
            <a:ext cx="647414" cy="647414"/>
          </a:xfrm>
          <a:custGeom>
            <a:avLst/>
            <a:gdLst/>
            <a:ahLst/>
            <a:cxnLst/>
            <a:rect r="r" b="b" t="t" l="l"/>
            <a:pathLst>
              <a:path h="647414" w="647414">
                <a:moveTo>
                  <a:pt x="0" y="0"/>
                </a:moveTo>
                <a:lnTo>
                  <a:pt x="647414" y="0"/>
                </a:lnTo>
                <a:lnTo>
                  <a:pt x="647414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3630" y="2911678"/>
            <a:ext cx="3654028" cy="100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Dark Gaming Theme </a:t>
            </a: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0" y="4030113"/>
            <a:ext cx="3654028" cy="243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Immersive cyberpunk aesthetics with neon purple, pink, and blue accents throughout the interface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17254" y="2866730"/>
            <a:ext cx="647414" cy="647414"/>
          </a:xfrm>
          <a:custGeom>
            <a:avLst/>
            <a:gdLst/>
            <a:ahLst/>
            <a:cxnLst/>
            <a:rect r="r" b="b" t="t" l="l"/>
            <a:pathLst>
              <a:path h="647414" w="647414">
                <a:moveTo>
                  <a:pt x="0" y="0"/>
                </a:moveTo>
                <a:lnTo>
                  <a:pt x="647414" y="0"/>
                </a:lnTo>
                <a:lnTo>
                  <a:pt x="647414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43417" y="2911678"/>
            <a:ext cx="3654181" cy="100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Responsive Design </a:t>
            </a: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3417" y="4030113"/>
            <a:ext cx="3654181" cy="243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Desktop, tablet, and mobile compatibility with adaptive layouts and touch-friendly interactions 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👆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7476" y="7031984"/>
            <a:ext cx="647414" cy="647414"/>
          </a:xfrm>
          <a:custGeom>
            <a:avLst/>
            <a:gdLst/>
            <a:ahLst/>
            <a:cxnLst/>
            <a:rect r="r" b="b" t="t" l="l"/>
            <a:pathLst>
              <a:path h="647414" w="647414">
                <a:moveTo>
                  <a:pt x="0" y="0"/>
                </a:moveTo>
                <a:lnTo>
                  <a:pt x="647414" y="0"/>
                </a:lnTo>
                <a:lnTo>
                  <a:pt x="647414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630" y="7076923"/>
            <a:ext cx="3961209" cy="54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Smooth Animations </a:t>
            </a: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✨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630" y="7730280"/>
            <a:ext cx="8583959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Framer Motion-powered transitions, hover effects, loading spinners, and animated level-ups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98866" y="2787101"/>
            <a:ext cx="6106287" cy="6106287"/>
            <a:chOff x="0" y="0"/>
            <a:chExt cx="8141716" cy="814171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8141716" cy="8141716"/>
            </a:xfrm>
            <a:custGeom>
              <a:avLst/>
              <a:gdLst/>
              <a:ahLst/>
              <a:cxnLst/>
              <a:rect r="r" b="b" t="t" l="l"/>
              <a:pathLst>
                <a:path h="8141716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8141716"/>
                  </a:lnTo>
                  <a:lnTo>
                    <a:pt x="0" y="814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36612"/>
            <a:ext cx="7949010" cy="9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🌟</a:t>
            </a:r>
            <a:r>
              <a:rPr lang="en-US" sz="581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Impact &amp; Use Cases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2862558"/>
            <a:ext cx="8019479" cy="2911697"/>
          </a:xfrm>
          <a:custGeom>
            <a:avLst/>
            <a:gdLst/>
            <a:ahLst/>
            <a:cxnLst/>
            <a:rect r="r" b="b" t="t" l="l"/>
            <a:pathLst>
              <a:path h="2911697" w="8019479">
                <a:moveTo>
                  <a:pt x="0" y="0"/>
                </a:moveTo>
                <a:lnTo>
                  <a:pt x="8019478" y="0"/>
                </a:lnTo>
                <a:lnTo>
                  <a:pt x="8019478" y="2911697"/>
                </a:lnTo>
                <a:lnTo>
                  <a:pt x="0" y="291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5284" y="3122266"/>
            <a:ext cx="4465587" cy="6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🎓</a:t>
            </a:r>
            <a:r>
              <a:rPr lang="en-US" sz="35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 Education Sector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284" y="3745859"/>
            <a:ext cx="7423842" cy="173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Study motivation and progress tracking 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📚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Assignment completion gamification 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📝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Learning habit formation 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280922" y="2862558"/>
            <a:ext cx="8019669" cy="2911697"/>
          </a:xfrm>
          <a:custGeom>
            <a:avLst/>
            <a:gdLst/>
            <a:ahLst/>
            <a:cxnLst/>
            <a:rect r="r" b="b" t="t" l="l"/>
            <a:pathLst>
              <a:path h="2911697" w="8019669">
                <a:moveTo>
                  <a:pt x="0" y="0"/>
                </a:moveTo>
                <a:lnTo>
                  <a:pt x="8019669" y="0"/>
                </a:lnTo>
                <a:lnTo>
                  <a:pt x="8019669" y="2911697"/>
                </a:lnTo>
                <a:lnTo>
                  <a:pt x="0" y="2911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78731" y="3122266"/>
            <a:ext cx="6285528" cy="56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💼 Professional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8731" y="3745859"/>
            <a:ext cx="7423995" cy="173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Skill acquisition tracking 💪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management gamification 📋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Career goal achievement 🚀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7476" y="6048223"/>
            <a:ext cx="8019479" cy="2911697"/>
          </a:xfrm>
          <a:custGeom>
            <a:avLst/>
            <a:gdLst/>
            <a:ahLst/>
            <a:cxnLst/>
            <a:rect r="r" b="b" t="t" l="l"/>
            <a:pathLst>
              <a:path h="2911697" w="8019479">
                <a:moveTo>
                  <a:pt x="0" y="0"/>
                </a:moveTo>
                <a:lnTo>
                  <a:pt x="8019478" y="0"/>
                </a:lnTo>
                <a:lnTo>
                  <a:pt x="8019478" y="2911697"/>
                </a:lnTo>
                <a:lnTo>
                  <a:pt x="0" y="2911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5284" y="6307931"/>
            <a:ext cx="4465587" cy="62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🏃 Personal Growth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284" y="6931523"/>
            <a:ext cx="7423842" cy="13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Fitness and health habit tracking 🏃‍♂️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Mindfulness and meditation practice 🧘‍♀️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Reading and learning goals 📖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280922" y="6048223"/>
            <a:ext cx="8019669" cy="2911697"/>
          </a:xfrm>
          <a:custGeom>
            <a:avLst/>
            <a:gdLst/>
            <a:ahLst/>
            <a:cxnLst/>
            <a:rect r="r" b="b" t="t" l="l"/>
            <a:pathLst>
              <a:path h="2911697" w="8019669">
                <a:moveTo>
                  <a:pt x="0" y="0"/>
                </a:moveTo>
                <a:lnTo>
                  <a:pt x="8019669" y="0"/>
                </a:lnTo>
                <a:lnTo>
                  <a:pt x="8019669" y="2911697"/>
                </a:lnTo>
                <a:lnTo>
                  <a:pt x="0" y="2911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78731" y="6307931"/>
            <a:ext cx="5357050" cy="56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👥 Social 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8731" y="6931523"/>
            <a:ext cx="7423995" cy="173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challenges and collaboration 🤝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Community achievements 🏆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Friendly competition 🎮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34701"/>
            <a:ext cx="12509735" cy="97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🚀</a:t>
            </a:r>
            <a:r>
              <a:rPr lang="en-US" sz="5810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Future Roadmap &amp; Next Steps </a:t>
            </a:r>
            <a:r>
              <a:rPr lang="en-US" sz="581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🎯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32937"/>
            <a:ext cx="5869114" cy="64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403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✅</a:t>
            </a:r>
            <a:r>
              <a:rPr lang="en-US" sz="4032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Current 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76039"/>
            <a:ext cx="5555953" cy="58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63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📈</a:t>
            </a:r>
            <a:r>
              <a:rPr lang="en-US" sz="363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Increased Engagement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16798"/>
            <a:ext cx="8350504" cy="9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833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Gamification drives motivation and habit 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36376"/>
            <a:ext cx="5203726" cy="58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63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👥</a:t>
            </a:r>
            <a:r>
              <a:rPr lang="en-US" sz="363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Community Building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777136"/>
            <a:ext cx="8350504" cy="9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833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Leaderboard competition and shared achievements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96714"/>
            <a:ext cx="4775781" cy="58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63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📱</a:t>
            </a:r>
            <a:r>
              <a:rPr lang="en-US" sz="3639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Web-Based Access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36147"/>
            <a:ext cx="8625469" cy="46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833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No installation, works on any device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7957" y="1949606"/>
            <a:ext cx="5953026" cy="62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9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🔮</a:t>
            </a:r>
            <a:r>
              <a:rPr lang="en-US" sz="3987" b="true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Future Enhancements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47957" y="3111465"/>
            <a:ext cx="7110117" cy="27765"/>
            <a:chOff x="0" y="0"/>
            <a:chExt cx="9480156" cy="370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480169" cy="36957"/>
            </a:xfrm>
            <a:custGeom>
              <a:avLst/>
              <a:gdLst/>
              <a:ahLst/>
              <a:cxnLst/>
              <a:rect r="r" b="b" t="t" l="l"/>
              <a:pathLst>
                <a:path h="36957" w="9480169">
                  <a:moveTo>
                    <a:pt x="0" y="0"/>
                  </a:moveTo>
                  <a:lnTo>
                    <a:pt x="9480169" y="0"/>
                  </a:lnTo>
                  <a:lnTo>
                    <a:pt x="9480169" y="36957"/>
                  </a:lnTo>
                  <a:lnTo>
                    <a:pt x="0" y="36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67" r="0" b="-570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47957" y="2985564"/>
            <a:ext cx="3389481" cy="53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44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📱</a:t>
            </a:r>
            <a:r>
              <a:rPr lang="en-US" sz="344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Mobile 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7957" y="3567761"/>
            <a:ext cx="7110155" cy="91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80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React Native with push notifications </a:t>
            </a:r>
            <a:r>
              <a:rPr lang="en-US" sz="28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🔔</a:t>
            </a:r>
            <a:r>
              <a:rPr lang="en-US" sz="280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and offline mode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47957" y="4984823"/>
            <a:ext cx="7110117" cy="27765"/>
            <a:chOff x="0" y="0"/>
            <a:chExt cx="9480156" cy="3702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9480169" cy="36957"/>
            </a:xfrm>
            <a:custGeom>
              <a:avLst/>
              <a:gdLst/>
              <a:ahLst/>
              <a:cxnLst/>
              <a:rect r="r" b="b" t="t" l="l"/>
              <a:pathLst>
                <a:path h="36957" w="9480169">
                  <a:moveTo>
                    <a:pt x="0" y="0"/>
                  </a:moveTo>
                  <a:lnTo>
                    <a:pt x="9480169" y="0"/>
                  </a:lnTo>
                  <a:lnTo>
                    <a:pt x="9480169" y="36957"/>
                  </a:lnTo>
                  <a:lnTo>
                    <a:pt x="0" y="36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67" r="0" b="-570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47957" y="4725719"/>
            <a:ext cx="3878306" cy="53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44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🤖</a:t>
            </a:r>
            <a:r>
              <a:rPr lang="en-US" sz="344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AI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7957" y="5306685"/>
            <a:ext cx="7110155" cy="91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80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Smart quest suggestions and adaptive difficulty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47957" y="6844303"/>
            <a:ext cx="7110117" cy="27765"/>
            <a:chOff x="0" y="0"/>
            <a:chExt cx="9480156" cy="370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480169" cy="36957"/>
            </a:xfrm>
            <a:custGeom>
              <a:avLst/>
              <a:gdLst/>
              <a:ahLst/>
              <a:cxnLst/>
              <a:rect r="r" b="b" t="t" l="l"/>
              <a:pathLst>
                <a:path h="36957" w="9480169">
                  <a:moveTo>
                    <a:pt x="0" y="0"/>
                  </a:moveTo>
                  <a:lnTo>
                    <a:pt x="9480169" y="0"/>
                  </a:lnTo>
                  <a:lnTo>
                    <a:pt x="9480169" y="36957"/>
                  </a:lnTo>
                  <a:lnTo>
                    <a:pt x="0" y="36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67" r="0" b="-570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247957" y="6531318"/>
            <a:ext cx="4794855" cy="53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44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👥</a:t>
            </a:r>
            <a:r>
              <a:rPr lang="en-US" sz="344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Enhanced Social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7957" y="7149667"/>
            <a:ext cx="7110155" cy="45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80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Guilds, team quests, real-time chat </a:t>
            </a:r>
            <a:r>
              <a:rPr lang="en-US" sz="28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💬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47957" y="8717661"/>
            <a:ext cx="7110117" cy="27765"/>
            <a:chOff x="0" y="0"/>
            <a:chExt cx="9480156" cy="3702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9480169" cy="36957"/>
            </a:xfrm>
            <a:custGeom>
              <a:avLst/>
              <a:gdLst/>
              <a:ahLst/>
              <a:cxnLst/>
              <a:rect r="r" b="b" t="t" l="l"/>
              <a:pathLst>
                <a:path h="36957" w="9480169">
                  <a:moveTo>
                    <a:pt x="0" y="0"/>
                  </a:moveTo>
                  <a:lnTo>
                    <a:pt x="9480169" y="0"/>
                  </a:lnTo>
                  <a:lnTo>
                    <a:pt x="9480169" y="36957"/>
                  </a:lnTo>
                  <a:lnTo>
                    <a:pt x="0" y="36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67" r="0" b="-570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247919" y="7907576"/>
            <a:ext cx="3389481" cy="53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44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🔗</a:t>
            </a:r>
            <a:r>
              <a:rPr lang="en-US" sz="3440" b="true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 Integrations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7919" y="8489753"/>
            <a:ext cx="7110155" cy="45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802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Calendar, productivity tools, wearables </a:t>
            </a:r>
            <a:r>
              <a:rPr lang="en-US" sz="28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DAHKG_CKBfg</dc:identifier>
  <dcterms:modified xsi:type="dcterms:W3CDTF">2011-08-01T06:04:30Z</dcterms:modified>
  <cp:revision>1</cp:revision>
  <dc:title>hackorbit</dc:title>
</cp:coreProperties>
</file>